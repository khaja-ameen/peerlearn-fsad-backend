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9"/>
  </p:notesMasterIdLst>
  <p:handoutMasterIdLst>
    <p:handoutMasterId r:id="rId40"/>
  </p:handoutMasterIdLst>
  <p:sldIdLst>
    <p:sldId id="256" r:id="rId2"/>
    <p:sldId id="297" r:id="rId3"/>
    <p:sldId id="299" r:id="rId4"/>
    <p:sldId id="298" r:id="rId5"/>
    <p:sldId id="300" r:id="rId6"/>
    <p:sldId id="318" r:id="rId7"/>
    <p:sldId id="329" r:id="rId8"/>
    <p:sldId id="301" r:id="rId9"/>
    <p:sldId id="302" r:id="rId10"/>
    <p:sldId id="319" r:id="rId11"/>
    <p:sldId id="320" r:id="rId12"/>
    <p:sldId id="321" r:id="rId13"/>
    <p:sldId id="303" r:id="rId14"/>
    <p:sldId id="322" r:id="rId15"/>
    <p:sldId id="304" r:id="rId16"/>
    <p:sldId id="305" r:id="rId17"/>
    <p:sldId id="333" r:id="rId18"/>
    <p:sldId id="306" r:id="rId19"/>
    <p:sldId id="332" r:id="rId20"/>
    <p:sldId id="307" r:id="rId21"/>
    <p:sldId id="309" r:id="rId22"/>
    <p:sldId id="325" r:id="rId23"/>
    <p:sldId id="308" r:id="rId24"/>
    <p:sldId id="326" r:id="rId25"/>
    <p:sldId id="310" r:id="rId26"/>
    <p:sldId id="323" r:id="rId27"/>
    <p:sldId id="324" r:id="rId28"/>
    <p:sldId id="327" r:id="rId29"/>
    <p:sldId id="312" r:id="rId30"/>
    <p:sldId id="313" r:id="rId31"/>
    <p:sldId id="328" r:id="rId32"/>
    <p:sldId id="314" r:id="rId33"/>
    <p:sldId id="311" r:id="rId34"/>
    <p:sldId id="315" r:id="rId35"/>
    <p:sldId id="330" r:id="rId36"/>
    <p:sldId id="331" r:id="rId37"/>
    <p:sldId id="296"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8D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E2E3FE-30C0-481C-9360-053AC99C5C9E}" v="9" dt="2025-07-14T06:56:03.9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16" autoAdjust="0"/>
    <p:restoredTop sz="94660" autoAdjust="0"/>
  </p:normalViewPr>
  <p:slideViewPr>
    <p:cSldViewPr snapToGrid="0">
      <p:cViewPr varScale="1">
        <p:scale>
          <a:sx n="59" d="100"/>
          <a:sy n="59" d="100"/>
        </p:scale>
        <p:origin x="684"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ne sravanthi" userId="8ff4cd17b61d8485" providerId="LiveId" clId="{8854B3CC-E3BE-4856-AAD9-C017A7C73FCE}"/>
    <pc:docChg chg="undo custSel delSld modSld">
      <pc:chgData name="narne sravanthi" userId="8ff4cd17b61d8485" providerId="LiveId" clId="{8854B3CC-E3BE-4856-AAD9-C017A7C73FCE}" dt="2024-11-08T06:25:59.577" v="867" actId="14100"/>
      <pc:docMkLst>
        <pc:docMk/>
      </pc:docMkLst>
      <pc:sldChg chg="modSp">
        <pc:chgData name="narne sravanthi" userId="8ff4cd17b61d8485" providerId="LiveId" clId="{8854B3CC-E3BE-4856-AAD9-C017A7C73FCE}" dt="2024-11-05T11:14:03.407" v="118" actId="20577"/>
        <pc:sldMkLst>
          <pc:docMk/>
          <pc:sldMk cId="2911844575" sldId="257"/>
        </pc:sldMkLst>
      </pc:sldChg>
      <pc:sldChg chg="del">
        <pc:chgData name="narne sravanthi" userId="8ff4cd17b61d8485" providerId="LiveId" clId="{8854B3CC-E3BE-4856-AAD9-C017A7C73FCE}" dt="2024-11-05T11:15:25.181" v="141" actId="47"/>
        <pc:sldMkLst>
          <pc:docMk/>
          <pc:sldMk cId="0" sldId="258"/>
        </pc:sldMkLst>
      </pc:sldChg>
      <pc:sldChg chg="del">
        <pc:chgData name="narne sravanthi" userId="8ff4cd17b61d8485" providerId="LiveId" clId="{8854B3CC-E3BE-4856-AAD9-C017A7C73FCE}" dt="2024-11-05T11:15:25.181" v="141" actId="47"/>
        <pc:sldMkLst>
          <pc:docMk/>
          <pc:sldMk cId="0" sldId="259"/>
        </pc:sldMkLst>
      </pc:sldChg>
      <pc:sldChg chg="del">
        <pc:chgData name="narne sravanthi" userId="8ff4cd17b61d8485" providerId="LiveId" clId="{8854B3CC-E3BE-4856-AAD9-C017A7C73FCE}" dt="2024-11-05T11:15:25.181" v="141" actId="47"/>
        <pc:sldMkLst>
          <pc:docMk/>
          <pc:sldMk cId="0" sldId="260"/>
        </pc:sldMkLst>
      </pc:sldChg>
      <pc:sldChg chg="del">
        <pc:chgData name="narne sravanthi" userId="8ff4cd17b61d8485" providerId="LiveId" clId="{8854B3CC-E3BE-4856-AAD9-C017A7C73FCE}" dt="2024-11-05T11:15:25.181" v="141" actId="47"/>
        <pc:sldMkLst>
          <pc:docMk/>
          <pc:sldMk cId="0" sldId="261"/>
        </pc:sldMkLst>
      </pc:sldChg>
      <pc:sldChg chg="del">
        <pc:chgData name="narne sravanthi" userId="8ff4cd17b61d8485" providerId="LiveId" clId="{8854B3CC-E3BE-4856-AAD9-C017A7C73FCE}" dt="2024-11-05T11:15:25.181" v="141" actId="47"/>
        <pc:sldMkLst>
          <pc:docMk/>
          <pc:sldMk cId="0" sldId="262"/>
        </pc:sldMkLst>
      </pc:sldChg>
      <pc:sldChg chg="del">
        <pc:chgData name="narne sravanthi" userId="8ff4cd17b61d8485" providerId="LiveId" clId="{8854B3CC-E3BE-4856-AAD9-C017A7C73FCE}" dt="2024-11-05T11:15:25.181" v="141" actId="47"/>
        <pc:sldMkLst>
          <pc:docMk/>
          <pc:sldMk cId="0" sldId="263"/>
        </pc:sldMkLst>
      </pc:sldChg>
      <pc:sldChg chg="del">
        <pc:chgData name="narne sravanthi" userId="8ff4cd17b61d8485" providerId="LiveId" clId="{8854B3CC-E3BE-4856-AAD9-C017A7C73FCE}" dt="2024-11-05T11:15:25.181" v="141" actId="47"/>
        <pc:sldMkLst>
          <pc:docMk/>
          <pc:sldMk cId="0" sldId="264"/>
        </pc:sldMkLst>
      </pc:sldChg>
      <pc:sldChg chg="del">
        <pc:chgData name="narne sravanthi" userId="8ff4cd17b61d8485" providerId="LiveId" clId="{8854B3CC-E3BE-4856-AAD9-C017A7C73FCE}" dt="2024-11-05T11:15:25.181" v="141" actId="47"/>
        <pc:sldMkLst>
          <pc:docMk/>
          <pc:sldMk cId="0" sldId="265"/>
        </pc:sldMkLst>
      </pc:sldChg>
      <pc:sldChg chg="del">
        <pc:chgData name="narne sravanthi" userId="8ff4cd17b61d8485" providerId="LiveId" clId="{8854B3CC-E3BE-4856-AAD9-C017A7C73FCE}" dt="2024-11-05T11:15:25.181" v="141" actId="47"/>
        <pc:sldMkLst>
          <pc:docMk/>
          <pc:sldMk cId="0" sldId="266"/>
        </pc:sldMkLst>
      </pc:sldChg>
      <pc:sldChg chg="del">
        <pc:chgData name="narne sravanthi" userId="8ff4cd17b61d8485" providerId="LiveId" clId="{8854B3CC-E3BE-4856-AAD9-C017A7C73FCE}" dt="2024-11-05T11:15:25.181" v="141" actId="47"/>
        <pc:sldMkLst>
          <pc:docMk/>
          <pc:sldMk cId="0" sldId="267"/>
        </pc:sldMkLst>
      </pc:sldChg>
      <pc:sldChg chg="del">
        <pc:chgData name="narne sravanthi" userId="8ff4cd17b61d8485" providerId="LiveId" clId="{8854B3CC-E3BE-4856-AAD9-C017A7C73FCE}" dt="2024-11-05T11:15:25.181" v="141" actId="47"/>
        <pc:sldMkLst>
          <pc:docMk/>
          <pc:sldMk cId="0" sldId="268"/>
        </pc:sldMkLst>
      </pc:sldChg>
      <pc:sldChg chg="del">
        <pc:chgData name="narne sravanthi" userId="8ff4cd17b61d8485" providerId="LiveId" clId="{8854B3CC-E3BE-4856-AAD9-C017A7C73FCE}" dt="2024-11-05T11:15:25.181" v="141" actId="47"/>
        <pc:sldMkLst>
          <pc:docMk/>
          <pc:sldMk cId="0" sldId="269"/>
        </pc:sldMkLst>
      </pc:sldChg>
      <pc:sldChg chg="del">
        <pc:chgData name="narne sravanthi" userId="8ff4cd17b61d8485" providerId="LiveId" clId="{8854B3CC-E3BE-4856-AAD9-C017A7C73FCE}" dt="2024-11-05T11:15:25.181" v="141" actId="47"/>
        <pc:sldMkLst>
          <pc:docMk/>
          <pc:sldMk cId="0" sldId="270"/>
        </pc:sldMkLst>
      </pc:sldChg>
      <pc:sldChg chg="del">
        <pc:chgData name="narne sravanthi" userId="8ff4cd17b61d8485" providerId="LiveId" clId="{8854B3CC-E3BE-4856-AAD9-C017A7C73FCE}" dt="2024-11-05T11:15:25.181" v="141" actId="47"/>
        <pc:sldMkLst>
          <pc:docMk/>
          <pc:sldMk cId="0" sldId="271"/>
        </pc:sldMkLst>
      </pc:sldChg>
      <pc:sldChg chg="del">
        <pc:chgData name="narne sravanthi" userId="8ff4cd17b61d8485" providerId="LiveId" clId="{8854B3CC-E3BE-4856-AAD9-C017A7C73FCE}" dt="2024-11-05T11:15:25.181" v="141" actId="47"/>
        <pc:sldMkLst>
          <pc:docMk/>
          <pc:sldMk cId="0" sldId="272"/>
        </pc:sldMkLst>
      </pc:sldChg>
      <pc:sldChg chg="del">
        <pc:chgData name="narne sravanthi" userId="8ff4cd17b61d8485" providerId="LiveId" clId="{8854B3CC-E3BE-4856-AAD9-C017A7C73FCE}" dt="2024-11-05T11:15:25.181" v="141" actId="47"/>
        <pc:sldMkLst>
          <pc:docMk/>
          <pc:sldMk cId="0" sldId="273"/>
        </pc:sldMkLst>
      </pc:sldChg>
      <pc:sldChg chg="del">
        <pc:chgData name="narne sravanthi" userId="8ff4cd17b61d8485" providerId="LiveId" clId="{8854B3CC-E3BE-4856-AAD9-C017A7C73FCE}" dt="2024-11-05T11:15:25.181" v="141" actId="47"/>
        <pc:sldMkLst>
          <pc:docMk/>
          <pc:sldMk cId="0" sldId="274"/>
        </pc:sldMkLst>
      </pc:sldChg>
      <pc:sldChg chg="del">
        <pc:chgData name="narne sravanthi" userId="8ff4cd17b61d8485" providerId="LiveId" clId="{8854B3CC-E3BE-4856-AAD9-C017A7C73FCE}" dt="2024-11-05T11:15:25.181" v="141" actId="47"/>
        <pc:sldMkLst>
          <pc:docMk/>
          <pc:sldMk cId="0" sldId="275"/>
        </pc:sldMkLst>
      </pc:sldChg>
      <pc:sldChg chg="del">
        <pc:chgData name="narne sravanthi" userId="8ff4cd17b61d8485" providerId="LiveId" clId="{8854B3CC-E3BE-4856-AAD9-C017A7C73FCE}" dt="2024-11-05T11:15:25.181" v="141" actId="47"/>
        <pc:sldMkLst>
          <pc:docMk/>
          <pc:sldMk cId="0" sldId="276"/>
        </pc:sldMkLst>
      </pc:sldChg>
      <pc:sldChg chg="del">
        <pc:chgData name="narne sravanthi" userId="8ff4cd17b61d8485" providerId="LiveId" clId="{8854B3CC-E3BE-4856-AAD9-C017A7C73FCE}" dt="2024-11-05T11:15:25.181" v="141" actId="47"/>
        <pc:sldMkLst>
          <pc:docMk/>
          <pc:sldMk cId="0" sldId="278"/>
        </pc:sldMkLst>
      </pc:sldChg>
      <pc:sldChg chg="del">
        <pc:chgData name="narne sravanthi" userId="8ff4cd17b61d8485" providerId="LiveId" clId="{8854B3CC-E3BE-4856-AAD9-C017A7C73FCE}" dt="2024-11-05T11:15:25.181" v="141" actId="47"/>
        <pc:sldMkLst>
          <pc:docMk/>
          <pc:sldMk cId="0" sldId="280"/>
        </pc:sldMkLst>
      </pc:sldChg>
      <pc:sldChg chg="modSp mod">
        <pc:chgData name="narne sravanthi" userId="8ff4cd17b61d8485" providerId="LiveId" clId="{8854B3CC-E3BE-4856-AAD9-C017A7C73FCE}" dt="2024-11-05T11:16:31.774" v="156" actId="1076"/>
        <pc:sldMkLst>
          <pc:docMk/>
          <pc:sldMk cId="0" sldId="332"/>
        </pc:sldMkLst>
      </pc:sldChg>
      <pc:sldChg chg="modSp mod">
        <pc:chgData name="narne sravanthi" userId="8ff4cd17b61d8485" providerId="LiveId" clId="{8854B3CC-E3BE-4856-AAD9-C017A7C73FCE}" dt="2024-11-05T11:17:11.101" v="166" actId="1076"/>
        <pc:sldMkLst>
          <pc:docMk/>
          <pc:sldMk cId="0" sldId="333"/>
        </pc:sldMkLst>
      </pc:sldChg>
      <pc:sldChg chg="modSp mod">
        <pc:chgData name="narne sravanthi" userId="8ff4cd17b61d8485" providerId="LiveId" clId="{8854B3CC-E3BE-4856-AAD9-C017A7C73FCE}" dt="2024-11-05T11:17:41.091" v="176" actId="20577"/>
        <pc:sldMkLst>
          <pc:docMk/>
          <pc:sldMk cId="1762364305" sldId="334"/>
        </pc:sldMkLst>
      </pc:sldChg>
      <pc:sldChg chg="modSp mod">
        <pc:chgData name="narne sravanthi" userId="8ff4cd17b61d8485" providerId="LiveId" clId="{8854B3CC-E3BE-4856-AAD9-C017A7C73FCE}" dt="2024-11-05T11:45:42.331" v="265" actId="20577"/>
        <pc:sldMkLst>
          <pc:docMk/>
          <pc:sldMk cId="2994935528" sldId="335"/>
        </pc:sldMkLst>
      </pc:sldChg>
      <pc:sldChg chg="modSp mod">
        <pc:chgData name="narne sravanthi" userId="8ff4cd17b61d8485" providerId="LiveId" clId="{8854B3CC-E3BE-4856-AAD9-C017A7C73FCE}" dt="2024-11-05T11:51:35.609" v="361" actId="20577"/>
        <pc:sldMkLst>
          <pc:docMk/>
          <pc:sldMk cId="2406625365" sldId="336"/>
        </pc:sldMkLst>
      </pc:sldChg>
      <pc:sldChg chg="modSp mod">
        <pc:chgData name="narne sravanthi" userId="8ff4cd17b61d8485" providerId="LiveId" clId="{8854B3CC-E3BE-4856-AAD9-C017A7C73FCE}" dt="2024-11-05T11:52:28.226" v="385" actId="14100"/>
        <pc:sldMkLst>
          <pc:docMk/>
          <pc:sldMk cId="2864261094" sldId="337"/>
        </pc:sldMkLst>
      </pc:sldChg>
      <pc:sldChg chg="modSp mod">
        <pc:chgData name="narne sravanthi" userId="8ff4cd17b61d8485" providerId="LiveId" clId="{8854B3CC-E3BE-4856-AAD9-C017A7C73FCE}" dt="2024-11-05T11:47:05.416" v="293" actId="1076"/>
        <pc:sldMkLst>
          <pc:docMk/>
          <pc:sldMk cId="0" sldId="338"/>
        </pc:sldMkLst>
      </pc:sldChg>
      <pc:sldChg chg="modSp mod">
        <pc:chgData name="narne sravanthi" userId="8ff4cd17b61d8485" providerId="LiveId" clId="{8854B3CC-E3BE-4856-AAD9-C017A7C73FCE}" dt="2024-11-05T11:53:18.799" v="407" actId="123"/>
        <pc:sldMkLst>
          <pc:docMk/>
          <pc:sldMk cId="0" sldId="339"/>
        </pc:sldMkLst>
      </pc:sldChg>
      <pc:sldChg chg="modSp mod">
        <pc:chgData name="narne sravanthi" userId="8ff4cd17b61d8485" providerId="LiveId" clId="{8854B3CC-E3BE-4856-AAD9-C017A7C73FCE}" dt="2024-11-08T05:51:23.192" v="700" actId="1076"/>
        <pc:sldMkLst>
          <pc:docMk/>
          <pc:sldMk cId="0" sldId="340"/>
        </pc:sldMkLst>
      </pc:sldChg>
      <pc:sldChg chg="modSp mod">
        <pc:chgData name="narne sravanthi" userId="8ff4cd17b61d8485" providerId="LiveId" clId="{8854B3CC-E3BE-4856-AAD9-C017A7C73FCE}" dt="2024-11-05T12:03:52.654" v="482" actId="123"/>
        <pc:sldMkLst>
          <pc:docMk/>
          <pc:sldMk cId="0" sldId="341"/>
        </pc:sldMkLst>
      </pc:sldChg>
      <pc:sldChg chg="modSp mod">
        <pc:chgData name="narne sravanthi" userId="8ff4cd17b61d8485" providerId="LiveId" clId="{8854B3CC-E3BE-4856-AAD9-C017A7C73FCE}" dt="2024-11-05T12:04:03.082" v="483" actId="1076"/>
        <pc:sldMkLst>
          <pc:docMk/>
          <pc:sldMk cId="0" sldId="342"/>
        </pc:sldMkLst>
      </pc:sldChg>
      <pc:sldChg chg="modSp mod">
        <pc:chgData name="narne sravanthi" userId="8ff4cd17b61d8485" providerId="LiveId" clId="{8854B3CC-E3BE-4856-AAD9-C017A7C73FCE}" dt="2024-11-05T11:56:07.263" v="458" actId="14100"/>
        <pc:sldMkLst>
          <pc:docMk/>
          <pc:sldMk cId="879333425" sldId="343"/>
        </pc:sldMkLst>
      </pc:sldChg>
      <pc:sldChg chg="modSp mod">
        <pc:chgData name="narne sravanthi" userId="8ff4cd17b61d8485" providerId="LiveId" clId="{8854B3CC-E3BE-4856-AAD9-C017A7C73FCE}" dt="2024-11-05T11:56:21.080" v="461" actId="14100"/>
        <pc:sldMkLst>
          <pc:docMk/>
          <pc:sldMk cId="0" sldId="344"/>
        </pc:sldMkLst>
      </pc:sldChg>
      <pc:sldChg chg="modSp mod">
        <pc:chgData name="narne sravanthi" userId="8ff4cd17b61d8485" providerId="LiveId" clId="{8854B3CC-E3BE-4856-AAD9-C017A7C73FCE}" dt="2024-11-05T11:56:55.069" v="468" actId="1076"/>
        <pc:sldMkLst>
          <pc:docMk/>
          <pc:sldMk cId="0" sldId="345"/>
        </pc:sldMkLst>
      </pc:sldChg>
      <pc:sldChg chg="modSp mod">
        <pc:chgData name="narne sravanthi" userId="8ff4cd17b61d8485" providerId="LiveId" clId="{8854B3CC-E3BE-4856-AAD9-C017A7C73FCE}" dt="2024-11-05T12:04:17.183" v="484" actId="14100"/>
        <pc:sldMkLst>
          <pc:docMk/>
          <pc:sldMk cId="0" sldId="346"/>
        </pc:sldMkLst>
      </pc:sldChg>
      <pc:sldChg chg="modSp mod">
        <pc:chgData name="narne sravanthi" userId="8ff4cd17b61d8485" providerId="LiveId" clId="{8854B3CC-E3BE-4856-AAD9-C017A7C73FCE}" dt="2024-11-08T06:19:49.434" v="703" actId="14100"/>
        <pc:sldMkLst>
          <pc:docMk/>
          <pc:sldMk cId="0" sldId="347"/>
        </pc:sldMkLst>
      </pc:sldChg>
      <pc:sldChg chg="modSp mod">
        <pc:chgData name="narne sravanthi" userId="8ff4cd17b61d8485" providerId="LiveId" clId="{8854B3CC-E3BE-4856-AAD9-C017A7C73FCE}" dt="2024-11-05T12:06:14.222" v="512" actId="20577"/>
        <pc:sldMkLst>
          <pc:docMk/>
          <pc:sldMk cId="0" sldId="348"/>
        </pc:sldMkLst>
      </pc:sldChg>
      <pc:sldChg chg="modSp mod">
        <pc:chgData name="narne sravanthi" userId="8ff4cd17b61d8485" providerId="LiveId" clId="{8854B3CC-E3BE-4856-AAD9-C017A7C73FCE}" dt="2024-11-08T06:20:17.957" v="708" actId="123"/>
        <pc:sldMkLst>
          <pc:docMk/>
          <pc:sldMk cId="0" sldId="349"/>
        </pc:sldMkLst>
      </pc:sldChg>
      <pc:sldChg chg="modSp mod">
        <pc:chgData name="narne sravanthi" userId="8ff4cd17b61d8485" providerId="LiveId" clId="{8854B3CC-E3BE-4856-AAD9-C017A7C73FCE}" dt="2024-11-08T06:20:48.207" v="717" actId="123"/>
        <pc:sldMkLst>
          <pc:docMk/>
          <pc:sldMk cId="0" sldId="350"/>
        </pc:sldMkLst>
      </pc:sldChg>
      <pc:sldChg chg="modSp mod">
        <pc:chgData name="narne sravanthi" userId="8ff4cd17b61d8485" providerId="LiveId" clId="{8854B3CC-E3BE-4856-AAD9-C017A7C73FCE}" dt="2024-11-08T06:22:12.037" v="740" actId="14100"/>
        <pc:sldMkLst>
          <pc:docMk/>
          <pc:sldMk cId="0" sldId="351"/>
        </pc:sldMkLst>
      </pc:sldChg>
      <pc:sldChg chg="modSp mod">
        <pc:chgData name="narne sravanthi" userId="8ff4cd17b61d8485" providerId="LiveId" clId="{8854B3CC-E3BE-4856-AAD9-C017A7C73FCE}" dt="2024-11-08T06:21:13.251" v="722" actId="14100"/>
        <pc:sldMkLst>
          <pc:docMk/>
          <pc:sldMk cId="0" sldId="352"/>
        </pc:sldMkLst>
      </pc:sldChg>
      <pc:sldChg chg="modSp mod">
        <pc:chgData name="narne sravanthi" userId="8ff4cd17b61d8485" providerId="LiveId" clId="{8854B3CC-E3BE-4856-AAD9-C017A7C73FCE}" dt="2024-11-08T06:22:51.903" v="761" actId="20577"/>
        <pc:sldMkLst>
          <pc:docMk/>
          <pc:sldMk cId="0" sldId="353"/>
        </pc:sldMkLst>
      </pc:sldChg>
      <pc:sldChg chg="modSp mod">
        <pc:chgData name="narne sravanthi" userId="8ff4cd17b61d8485" providerId="LiveId" clId="{8854B3CC-E3BE-4856-AAD9-C017A7C73FCE}" dt="2024-11-08T06:23:20.987" v="790" actId="20577"/>
        <pc:sldMkLst>
          <pc:docMk/>
          <pc:sldMk cId="0" sldId="354"/>
        </pc:sldMkLst>
      </pc:sldChg>
      <pc:sldChg chg="modSp mod">
        <pc:chgData name="narne sravanthi" userId="8ff4cd17b61d8485" providerId="LiveId" clId="{8854B3CC-E3BE-4856-AAD9-C017A7C73FCE}" dt="2024-11-08T06:25:42.271" v="860" actId="14100"/>
        <pc:sldMkLst>
          <pc:docMk/>
          <pc:sldMk cId="0" sldId="355"/>
        </pc:sldMkLst>
      </pc:sldChg>
      <pc:sldChg chg="modSp mod">
        <pc:chgData name="narne sravanthi" userId="8ff4cd17b61d8485" providerId="LiveId" clId="{8854B3CC-E3BE-4856-AAD9-C017A7C73FCE}" dt="2024-11-08T06:25:59.577" v="867" actId="14100"/>
        <pc:sldMkLst>
          <pc:docMk/>
          <pc:sldMk cId="0" sldId="356"/>
        </pc:sldMkLst>
      </pc:sldChg>
      <pc:sldChg chg="modSp mod">
        <pc:chgData name="narne sravanthi" userId="8ff4cd17b61d8485" providerId="LiveId" clId="{8854B3CC-E3BE-4856-AAD9-C017A7C73FCE}" dt="2024-11-05T11:44:36.552" v="227" actId="14100"/>
        <pc:sldMkLst>
          <pc:docMk/>
          <pc:sldMk cId="0" sldId="358"/>
        </pc:sldMkLst>
      </pc:sldChg>
      <pc:sldChg chg="modSp mod">
        <pc:chgData name="narne sravanthi" userId="8ff4cd17b61d8485" providerId="LiveId" clId="{8854B3CC-E3BE-4856-AAD9-C017A7C73FCE}" dt="2024-11-08T06:20:00.979" v="705" actId="14100"/>
        <pc:sldMkLst>
          <pc:docMk/>
          <pc:sldMk cId="0" sldId="359"/>
        </pc:sldMkLst>
      </pc:sldChg>
      <pc:sldChg chg="modSp mod">
        <pc:chgData name="narne sravanthi" userId="8ff4cd17b61d8485" providerId="LiveId" clId="{8854B3CC-E3BE-4856-AAD9-C017A7C73FCE}" dt="2024-11-05T12:07:39.766" v="577" actId="1076"/>
        <pc:sldMkLst>
          <pc:docMk/>
          <pc:sldMk cId="0" sldId="360"/>
        </pc:sldMkLst>
      </pc:sldChg>
      <pc:sldChg chg="modSp mod">
        <pc:chgData name="narne sravanthi" userId="8ff4cd17b61d8485" providerId="LiveId" clId="{8854B3CC-E3BE-4856-AAD9-C017A7C73FCE}" dt="2024-11-08T06:21:02.537" v="720" actId="123"/>
        <pc:sldMkLst>
          <pc:docMk/>
          <pc:sldMk cId="0" sldId="361"/>
        </pc:sldMkLst>
      </pc:sldChg>
      <pc:sldChg chg="modSp mod">
        <pc:chgData name="narne sravanthi" userId="8ff4cd17b61d8485" providerId="LiveId" clId="{8854B3CC-E3BE-4856-AAD9-C017A7C73FCE}" dt="2024-11-08T06:21:33.981" v="726" actId="255"/>
        <pc:sldMkLst>
          <pc:docMk/>
          <pc:sldMk cId="0" sldId="362"/>
        </pc:sldMkLst>
      </pc:sldChg>
      <pc:sldChg chg="modSp mod">
        <pc:chgData name="narne sravanthi" userId="8ff4cd17b61d8485" providerId="LiveId" clId="{8854B3CC-E3BE-4856-AAD9-C017A7C73FCE}" dt="2024-11-05T11:46:48.975" v="289" actId="123"/>
        <pc:sldMkLst>
          <pc:docMk/>
          <pc:sldMk cId="0" sldId="364"/>
        </pc:sldMkLst>
      </pc:sldChg>
      <pc:sldChg chg="modSp mod">
        <pc:chgData name="narne sravanthi" userId="8ff4cd17b61d8485" providerId="LiveId" clId="{8854B3CC-E3BE-4856-AAD9-C017A7C73FCE}" dt="2024-11-05T11:47:35.670" v="302" actId="27636"/>
        <pc:sldMkLst>
          <pc:docMk/>
          <pc:sldMk cId="0" sldId="365"/>
        </pc:sldMkLst>
      </pc:sldChg>
      <pc:sldChg chg="modSp mod">
        <pc:chgData name="narne sravanthi" userId="8ff4cd17b61d8485" providerId="LiveId" clId="{8854B3CC-E3BE-4856-AAD9-C017A7C73FCE}" dt="2024-11-05T11:48:00.948" v="312" actId="20577"/>
        <pc:sldMkLst>
          <pc:docMk/>
          <pc:sldMk cId="0" sldId="366"/>
        </pc:sldMkLst>
      </pc:sldChg>
      <pc:sldChg chg="modSp mod">
        <pc:chgData name="narne sravanthi" userId="8ff4cd17b61d8485" providerId="LiveId" clId="{8854B3CC-E3BE-4856-AAD9-C017A7C73FCE}" dt="2024-11-05T11:50:30.880" v="331" actId="14100"/>
        <pc:sldMkLst>
          <pc:docMk/>
          <pc:sldMk cId="0" sldId="367"/>
        </pc:sldMkLst>
      </pc:sldChg>
      <pc:sldChg chg="modSp mod">
        <pc:chgData name="narne sravanthi" userId="8ff4cd17b61d8485" providerId="LiveId" clId="{8854B3CC-E3BE-4856-AAD9-C017A7C73FCE}" dt="2024-11-08T06:22:26.984" v="743" actId="123"/>
        <pc:sldMkLst>
          <pc:docMk/>
          <pc:sldMk cId="0" sldId="368"/>
        </pc:sldMkLst>
      </pc:sldChg>
      <pc:sldChg chg="modSp mod">
        <pc:chgData name="narne sravanthi" userId="8ff4cd17b61d8485" providerId="LiveId" clId="{8854B3CC-E3BE-4856-AAD9-C017A7C73FCE}" dt="2024-11-08T06:23:00.054" v="762" actId="14100"/>
        <pc:sldMkLst>
          <pc:docMk/>
          <pc:sldMk cId="0" sldId="369"/>
        </pc:sldMkLst>
      </pc:sldChg>
      <pc:sldChg chg="modSp mod">
        <pc:chgData name="narne sravanthi" userId="8ff4cd17b61d8485" providerId="LiveId" clId="{8854B3CC-E3BE-4856-AAD9-C017A7C73FCE}" dt="2024-11-08T06:25:11.738" v="849" actId="14100"/>
        <pc:sldMkLst>
          <pc:docMk/>
          <pc:sldMk cId="0" sldId="370"/>
        </pc:sldMkLst>
      </pc:sldChg>
      <pc:sldChg chg="modSp mod">
        <pc:chgData name="narne sravanthi" userId="8ff4cd17b61d8485" providerId="LiveId" clId="{8854B3CC-E3BE-4856-AAD9-C017A7C73FCE}" dt="2024-11-08T06:24:08.452" v="824" actId="14100"/>
        <pc:sldMkLst>
          <pc:docMk/>
          <pc:sldMk cId="0" sldId="371"/>
        </pc:sldMkLst>
      </pc:sldChg>
      <pc:sldChg chg="modSp mod">
        <pc:chgData name="narne sravanthi" userId="8ff4cd17b61d8485" providerId="LiveId" clId="{8854B3CC-E3BE-4856-AAD9-C017A7C73FCE}" dt="2024-11-08T06:24:36.979" v="840" actId="123"/>
        <pc:sldMkLst>
          <pc:docMk/>
          <pc:sldMk cId="0" sldId="372"/>
        </pc:sldMkLst>
      </pc:sldChg>
      <pc:sldChg chg="modSp mod">
        <pc:chgData name="narne sravanthi" userId="8ff4cd17b61d8485" providerId="LiveId" clId="{8854B3CC-E3BE-4856-AAD9-C017A7C73FCE}" dt="2024-11-05T11:51:09.919" v="354" actId="20577"/>
        <pc:sldMkLst>
          <pc:docMk/>
          <pc:sldMk cId="1266076609" sldId="373"/>
        </pc:sldMkLst>
      </pc:sldChg>
      <pc:sldChg chg="modSp mod">
        <pc:chgData name="narne sravanthi" userId="8ff4cd17b61d8485" providerId="LiveId" clId="{8854B3CC-E3BE-4856-AAD9-C017A7C73FCE}" dt="2024-11-05T11:11:56.462" v="24" actId="27636"/>
        <pc:sldMkLst>
          <pc:docMk/>
          <pc:sldMk cId="3051339226" sldId="391"/>
        </pc:sldMkLst>
      </pc:sldChg>
      <pc:sldChg chg="del">
        <pc:chgData name="narne sravanthi" userId="8ff4cd17b61d8485" providerId="LiveId" clId="{8854B3CC-E3BE-4856-AAD9-C017A7C73FCE}" dt="2024-11-05T11:15:25.181" v="141" actId="47"/>
        <pc:sldMkLst>
          <pc:docMk/>
          <pc:sldMk cId="0" sldId="489"/>
        </pc:sldMkLst>
      </pc:sldChg>
      <pc:sldChg chg="del">
        <pc:chgData name="narne sravanthi" userId="8ff4cd17b61d8485" providerId="LiveId" clId="{8854B3CC-E3BE-4856-AAD9-C017A7C73FCE}" dt="2024-11-05T11:15:25.181" v="141" actId="47"/>
        <pc:sldMkLst>
          <pc:docMk/>
          <pc:sldMk cId="0" sldId="491"/>
        </pc:sldMkLst>
      </pc:sldChg>
      <pc:sldChg chg="del">
        <pc:chgData name="narne sravanthi" userId="8ff4cd17b61d8485" providerId="LiveId" clId="{8854B3CC-E3BE-4856-AAD9-C017A7C73FCE}" dt="2024-11-05T11:15:25.181" v="141" actId="47"/>
        <pc:sldMkLst>
          <pc:docMk/>
          <pc:sldMk cId="0" sldId="492"/>
        </pc:sldMkLst>
      </pc:sldChg>
      <pc:sldChg chg="del">
        <pc:chgData name="narne sravanthi" userId="8ff4cd17b61d8485" providerId="LiveId" clId="{8854B3CC-E3BE-4856-AAD9-C017A7C73FCE}" dt="2024-11-05T11:15:25.181" v="141" actId="47"/>
        <pc:sldMkLst>
          <pc:docMk/>
          <pc:sldMk cId="0" sldId="493"/>
        </pc:sldMkLst>
      </pc:sldChg>
      <pc:sldChg chg="del">
        <pc:chgData name="narne sravanthi" userId="8ff4cd17b61d8485" providerId="LiveId" clId="{8854B3CC-E3BE-4856-AAD9-C017A7C73FCE}" dt="2024-11-05T11:15:25.181" v="141" actId="47"/>
        <pc:sldMkLst>
          <pc:docMk/>
          <pc:sldMk cId="0" sldId="494"/>
        </pc:sldMkLst>
      </pc:sldChg>
      <pc:sldChg chg="del">
        <pc:chgData name="narne sravanthi" userId="8ff4cd17b61d8485" providerId="LiveId" clId="{8854B3CC-E3BE-4856-AAD9-C017A7C73FCE}" dt="2024-11-05T11:15:25.181" v="141" actId="47"/>
        <pc:sldMkLst>
          <pc:docMk/>
          <pc:sldMk cId="0" sldId="495"/>
        </pc:sldMkLst>
      </pc:sldChg>
      <pc:sldChg chg="del">
        <pc:chgData name="narne sravanthi" userId="8ff4cd17b61d8485" providerId="LiveId" clId="{8854B3CC-E3BE-4856-AAD9-C017A7C73FCE}" dt="2024-11-05T11:15:25.181" v="141" actId="47"/>
        <pc:sldMkLst>
          <pc:docMk/>
          <pc:sldMk cId="0" sldId="496"/>
        </pc:sldMkLst>
      </pc:sldChg>
      <pc:sldChg chg="del">
        <pc:chgData name="narne sravanthi" userId="8ff4cd17b61d8485" providerId="LiveId" clId="{8854B3CC-E3BE-4856-AAD9-C017A7C73FCE}" dt="2024-11-05T11:15:25.181" v="141" actId="47"/>
        <pc:sldMkLst>
          <pc:docMk/>
          <pc:sldMk cId="0" sldId="497"/>
        </pc:sldMkLst>
      </pc:sldChg>
      <pc:sldChg chg="del">
        <pc:chgData name="narne sravanthi" userId="8ff4cd17b61d8485" providerId="LiveId" clId="{8854B3CC-E3BE-4856-AAD9-C017A7C73FCE}" dt="2024-11-05T11:15:25.181" v="141" actId="47"/>
        <pc:sldMkLst>
          <pc:docMk/>
          <pc:sldMk cId="0" sldId="498"/>
        </pc:sldMkLst>
      </pc:sldChg>
      <pc:sldChg chg="del">
        <pc:chgData name="narne sravanthi" userId="8ff4cd17b61d8485" providerId="LiveId" clId="{8854B3CC-E3BE-4856-AAD9-C017A7C73FCE}" dt="2024-11-05T11:15:25.181" v="141" actId="47"/>
        <pc:sldMkLst>
          <pc:docMk/>
          <pc:sldMk cId="0" sldId="499"/>
        </pc:sldMkLst>
      </pc:sldChg>
      <pc:sldChg chg="del">
        <pc:chgData name="narne sravanthi" userId="8ff4cd17b61d8485" providerId="LiveId" clId="{8854B3CC-E3BE-4856-AAD9-C017A7C73FCE}" dt="2024-11-05T11:15:25.181" v="141" actId="47"/>
        <pc:sldMkLst>
          <pc:docMk/>
          <pc:sldMk cId="0" sldId="500"/>
        </pc:sldMkLst>
      </pc:sldChg>
      <pc:sldChg chg="del">
        <pc:chgData name="narne sravanthi" userId="8ff4cd17b61d8485" providerId="LiveId" clId="{8854B3CC-E3BE-4856-AAD9-C017A7C73FCE}" dt="2024-11-05T11:15:25.181" v="141" actId="47"/>
        <pc:sldMkLst>
          <pc:docMk/>
          <pc:sldMk cId="0" sldId="501"/>
        </pc:sldMkLst>
      </pc:sldChg>
      <pc:sldChg chg="del">
        <pc:chgData name="narne sravanthi" userId="8ff4cd17b61d8485" providerId="LiveId" clId="{8854B3CC-E3BE-4856-AAD9-C017A7C73FCE}" dt="2024-11-05T11:15:25.181" v="141" actId="47"/>
        <pc:sldMkLst>
          <pc:docMk/>
          <pc:sldMk cId="0" sldId="502"/>
        </pc:sldMkLst>
      </pc:sldChg>
      <pc:sldChg chg="del">
        <pc:chgData name="narne sravanthi" userId="8ff4cd17b61d8485" providerId="LiveId" clId="{8854B3CC-E3BE-4856-AAD9-C017A7C73FCE}" dt="2024-11-05T11:15:25.181" v="141" actId="47"/>
        <pc:sldMkLst>
          <pc:docMk/>
          <pc:sldMk cId="0" sldId="503"/>
        </pc:sldMkLst>
      </pc:sldChg>
      <pc:sldChg chg="del">
        <pc:chgData name="narne sravanthi" userId="8ff4cd17b61d8485" providerId="LiveId" clId="{8854B3CC-E3BE-4856-AAD9-C017A7C73FCE}" dt="2024-11-05T11:15:25.181" v="141" actId="47"/>
        <pc:sldMkLst>
          <pc:docMk/>
          <pc:sldMk cId="0" sldId="504"/>
        </pc:sldMkLst>
      </pc:sldChg>
      <pc:sldChg chg="del">
        <pc:chgData name="narne sravanthi" userId="8ff4cd17b61d8485" providerId="LiveId" clId="{8854B3CC-E3BE-4856-AAD9-C017A7C73FCE}" dt="2024-11-05T11:15:25.181" v="141" actId="47"/>
        <pc:sldMkLst>
          <pc:docMk/>
          <pc:sldMk cId="0" sldId="505"/>
        </pc:sldMkLst>
      </pc:sldChg>
      <pc:sldChg chg="del">
        <pc:chgData name="narne sravanthi" userId="8ff4cd17b61d8485" providerId="LiveId" clId="{8854B3CC-E3BE-4856-AAD9-C017A7C73FCE}" dt="2024-11-05T11:15:25.181" v="141" actId="47"/>
        <pc:sldMkLst>
          <pc:docMk/>
          <pc:sldMk cId="0" sldId="506"/>
        </pc:sldMkLst>
      </pc:sldChg>
      <pc:sldChg chg="del">
        <pc:chgData name="narne sravanthi" userId="8ff4cd17b61d8485" providerId="LiveId" clId="{8854B3CC-E3BE-4856-AAD9-C017A7C73FCE}" dt="2024-11-05T11:15:25.181" v="141" actId="47"/>
        <pc:sldMkLst>
          <pc:docMk/>
          <pc:sldMk cId="0" sldId="507"/>
        </pc:sldMkLst>
      </pc:sldChg>
    </pc:docChg>
  </pc:docChgLst>
  <pc:docChgLst>
    <pc:chgData name="Dr S N V  Jyotsna Devi Kosuru" userId="35a922a1-a06d-40e5-9ee3-6f232e1b3717" providerId="ADAL" clId="{D4E2E3FE-30C0-481C-9360-053AC99C5C9E}"/>
    <pc:docChg chg="undo custSel addSld delSld modSld modMainMaster">
      <pc:chgData name="Dr S N V  Jyotsna Devi Kosuru" userId="35a922a1-a06d-40e5-9ee3-6f232e1b3717" providerId="ADAL" clId="{D4E2E3FE-30C0-481C-9360-053AC99C5C9E}" dt="2025-07-14T07:10:18.481" v="66" actId="2696"/>
      <pc:docMkLst>
        <pc:docMk/>
      </pc:docMkLst>
      <pc:sldChg chg="modSp add del mod">
        <pc:chgData name="Dr S N V  Jyotsna Devi Kosuru" userId="35a922a1-a06d-40e5-9ee3-6f232e1b3717" providerId="ADAL" clId="{D4E2E3FE-30C0-481C-9360-053AC99C5C9E}" dt="2025-06-26T08:14:04.583" v="58" actId="47"/>
        <pc:sldMkLst>
          <pc:docMk/>
          <pc:sldMk cId="0" sldId="275"/>
        </pc:sldMkLst>
      </pc:sldChg>
      <pc:sldChg chg="modSp add del mod">
        <pc:chgData name="Dr S N V  Jyotsna Devi Kosuru" userId="35a922a1-a06d-40e5-9ee3-6f232e1b3717" providerId="ADAL" clId="{D4E2E3FE-30C0-481C-9360-053AC99C5C9E}" dt="2025-06-26T08:14:04.583" v="58" actId="47"/>
        <pc:sldMkLst>
          <pc:docMk/>
          <pc:sldMk cId="0" sldId="277"/>
        </pc:sldMkLst>
      </pc:sldChg>
      <pc:sldChg chg="add del">
        <pc:chgData name="Dr S N V  Jyotsna Devi Kosuru" userId="35a922a1-a06d-40e5-9ee3-6f232e1b3717" providerId="ADAL" clId="{D4E2E3FE-30C0-481C-9360-053AC99C5C9E}" dt="2025-06-26T08:14:04.583" v="58" actId="47"/>
        <pc:sldMkLst>
          <pc:docMk/>
          <pc:sldMk cId="0" sldId="278"/>
        </pc:sldMkLst>
      </pc:sldChg>
      <pc:sldChg chg="add del">
        <pc:chgData name="Dr S N V  Jyotsna Devi Kosuru" userId="35a922a1-a06d-40e5-9ee3-6f232e1b3717" providerId="ADAL" clId="{D4E2E3FE-30C0-481C-9360-053AC99C5C9E}" dt="2025-06-26T08:14:04.583" v="58" actId="47"/>
        <pc:sldMkLst>
          <pc:docMk/>
          <pc:sldMk cId="0" sldId="279"/>
        </pc:sldMkLst>
      </pc:sldChg>
      <pc:sldChg chg="add del">
        <pc:chgData name="Dr S N V  Jyotsna Devi Kosuru" userId="35a922a1-a06d-40e5-9ee3-6f232e1b3717" providerId="ADAL" clId="{D4E2E3FE-30C0-481C-9360-053AC99C5C9E}" dt="2025-06-26T08:14:04.583" v="58" actId="47"/>
        <pc:sldMkLst>
          <pc:docMk/>
          <pc:sldMk cId="0" sldId="280"/>
        </pc:sldMkLst>
      </pc:sldChg>
      <pc:sldChg chg="modSp add del mod setBg">
        <pc:chgData name="Dr S N V  Jyotsna Devi Kosuru" userId="35a922a1-a06d-40e5-9ee3-6f232e1b3717" providerId="ADAL" clId="{D4E2E3FE-30C0-481C-9360-053AC99C5C9E}" dt="2025-06-26T08:14:04.583" v="58" actId="47"/>
        <pc:sldMkLst>
          <pc:docMk/>
          <pc:sldMk cId="0" sldId="282"/>
        </pc:sldMkLst>
      </pc:sldChg>
      <pc:sldChg chg="modSp add del mod">
        <pc:chgData name="Dr S N V  Jyotsna Devi Kosuru" userId="35a922a1-a06d-40e5-9ee3-6f232e1b3717" providerId="ADAL" clId="{D4E2E3FE-30C0-481C-9360-053AC99C5C9E}" dt="2025-06-26T08:14:04.583" v="58" actId="47"/>
        <pc:sldMkLst>
          <pc:docMk/>
          <pc:sldMk cId="0" sldId="286"/>
        </pc:sldMkLst>
      </pc:sldChg>
      <pc:sldChg chg="add del">
        <pc:chgData name="Dr S N V  Jyotsna Devi Kosuru" userId="35a922a1-a06d-40e5-9ee3-6f232e1b3717" providerId="ADAL" clId="{D4E2E3FE-30C0-481C-9360-053AC99C5C9E}" dt="2025-06-26T08:13:57.531" v="57" actId="47"/>
        <pc:sldMkLst>
          <pc:docMk/>
          <pc:sldMk cId="0" sldId="287"/>
        </pc:sldMkLst>
      </pc:sldChg>
      <pc:sldChg chg="add del">
        <pc:chgData name="Dr S N V  Jyotsna Devi Kosuru" userId="35a922a1-a06d-40e5-9ee3-6f232e1b3717" providerId="ADAL" clId="{D4E2E3FE-30C0-481C-9360-053AC99C5C9E}" dt="2025-06-26T08:14:04.583" v="58" actId="47"/>
        <pc:sldMkLst>
          <pc:docMk/>
          <pc:sldMk cId="0" sldId="288"/>
        </pc:sldMkLst>
      </pc:sldChg>
      <pc:sldChg chg="modSp add del mod">
        <pc:chgData name="Dr S N V  Jyotsna Devi Kosuru" userId="35a922a1-a06d-40e5-9ee3-6f232e1b3717" providerId="ADAL" clId="{D4E2E3FE-30C0-481C-9360-053AC99C5C9E}" dt="2025-06-26T08:14:04.583" v="58" actId="47"/>
        <pc:sldMkLst>
          <pc:docMk/>
          <pc:sldMk cId="0" sldId="289"/>
        </pc:sldMkLst>
      </pc:sldChg>
      <pc:sldChg chg="add del">
        <pc:chgData name="Dr S N V  Jyotsna Devi Kosuru" userId="35a922a1-a06d-40e5-9ee3-6f232e1b3717" providerId="ADAL" clId="{D4E2E3FE-30C0-481C-9360-053AC99C5C9E}" dt="2025-06-26T08:14:04.583" v="58" actId="47"/>
        <pc:sldMkLst>
          <pc:docMk/>
          <pc:sldMk cId="0" sldId="290"/>
        </pc:sldMkLst>
      </pc:sldChg>
      <pc:sldChg chg="add del">
        <pc:chgData name="Dr S N V  Jyotsna Devi Kosuru" userId="35a922a1-a06d-40e5-9ee3-6f232e1b3717" providerId="ADAL" clId="{D4E2E3FE-30C0-481C-9360-053AC99C5C9E}" dt="2025-06-26T08:14:04.583" v="58" actId="47"/>
        <pc:sldMkLst>
          <pc:docMk/>
          <pc:sldMk cId="0" sldId="293"/>
        </pc:sldMkLst>
      </pc:sldChg>
      <pc:sldChg chg="add del">
        <pc:chgData name="Dr S N V  Jyotsna Devi Kosuru" userId="35a922a1-a06d-40e5-9ee3-6f232e1b3717" providerId="ADAL" clId="{D4E2E3FE-30C0-481C-9360-053AC99C5C9E}" dt="2025-06-26T08:14:04.583" v="58" actId="47"/>
        <pc:sldMkLst>
          <pc:docMk/>
          <pc:sldMk cId="0" sldId="294"/>
        </pc:sldMkLst>
      </pc:sldChg>
      <pc:sldChg chg="add del">
        <pc:chgData name="Dr S N V  Jyotsna Devi Kosuru" userId="35a922a1-a06d-40e5-9ee3-6f232e1b3717" providerId="ADAL" clId="{D4E2E3FE-30C0-481C-9360-053AC99C5C9E}" dt="2025-06-26T08:14:04.583" v="58" actId="47"/>
        <pc:sldMkLst>
          <pc:docMk/>
          <pc:sldMk cId="0" sldId="295"/>
        </pc:sldMkLst>
      </pc:sldChg>
      <pc:sldChg chg="add del">
        <pc:chgData name="Dr S N V  Jyotsna Devi Kosuru" userId="35a922a1-a06d-40e5-9ee3-6f232e1b3717" providerId="ADAL" clId="{D4E2E3FE-30C0-481C-9360-053AC99C5C9E}" dt="2025-06-26T08:14:04.583" v="58" actId="47"/>
        <pc:sldMkLst>
          <pc:docMk/>
          <pc:sldMk cId="0" sldId="296"/>
        </pc:sldMkLst>
      </pc:sldChg>
      <pc:sldChg chg="add del">
        <pc:chgData name="Dr S N V  Jyotsna Devi Kosuru" userId="35a922a1-a06d-40e5-9ee3-6f232e1b3717" providerId="ADAL" clId="{D4E2E3FE-30C0-481C-9360-053AC99C5C9E}" dt="2025-06-26T08:14:04.583" v="58" actId="47"/>
        <pc:sldMkLst>
          <pc:docMk/>
          <pc:sldMk cId="0" sldId="298"/>
        </pc:sldMkLst>
      </pc:sldChg>
      <pc:sldChg chg="add del">
        <pc:chgData name="Dr S N V  Jyotsna Devi Kosuru" userId="35a922a1-a06d-40e5-9ee3-6f232e1b3717" providerId="ADAL" clId="{D4E2E3FE-30C0-481C-9360-053AC99C5C9E}" dt="2025-06-26T08:14:04.583" v="58" actId="47"/>
        <pc:sldMkLst>
          <pc:docMk/>
          <pc:sldMk cId="0" sldId="301"/>
        </pc:sldMkLst>
      </pc:sldChg>
      <pc:sldChg chg="add del">
        <pc:chgData name="Dr S N V  Jyotsna Devi Kosuru" userId="35a922a1-a06d-40e5-9ee3-6f232e1b3717" providerId="ADAL" clId="{D4E2E3FE-30C0-481C-9360-053AC99C5C9E}" dt="2025-06-26T08:14:04.583" v="58" actId="47"/>
        <pc:sldMkLst>
          <pc:docMk/>
          <pc:sldMk cId="0" sldId="302"/>
        </pc:sldMkLst>
      </pc:sldChg>
      <pc:sldChg chg="modSp add del mod">
        <pc:chgData name="Dr S N V  Jyotsna Devi Kosuru" userId="35a922a1-a06d-40e5-9ee3-6f232e1b3717" providerId="ADAL" clId="{D4E2E3FE-30C0-481C-9360-053AC99C5C9E}" dt="2025-06-26T08:14:04.583" v="58" actId="47"/>
        <pc:sldMkLst>
          <pc:docMk/>
          <pc:sldMk cId="0" sldId="305"/>
        </pc:sldMkLst>
      </pc:sldChg>
      <pc:sldChg chg="modSp add del mod">
        <pc:chgData name="Dr S N V  Jyotsna Devi Kosuru" userId="35a922a1-a06d-40e5-9ee3-6f232e1b3717" providerId="ADAL" clId="{D4E2E3FE-30C0-481C-9360-053AC99C5C9E}" dt="2025-06-26T08:14:04.583" v="58" actId="47"/>
        <pc:sldMkLst>
          <pc:docMk/>
          <pc:sldMk cId="0" sldId="306"/>
        </pc:sldMkLst>
      </pc:sldChg>
      <pc:sldChg chg="add del">
        <pc:chgData name="Dr S N V  Jyotsna Devi Kosuru" userId="35a922a1-a06d-40e5-9ee3-6f232e1b3717" providerId="ADAL" clId="{D4E2E3FE-30C0-481C-9360-053AC99C5C9E}" dt="2025-06-26T08:14:04.583" v="58" actId="47"/>
        <pc:sldMkLst>
          <pc:docMk/>
          <pc:sldMk cId="0" sldId="307"/>
        </pc:sldMkLst>
      </pc:sldChg>
      <pc:sldChg chg="modSp add del mod">
        <pc:chgData name="Dr S N V  Jyotsna Devi Kosuru" userId="35a922a1-a06d-40e5-9ee3-6f232e1b3717" providerId="ADAL" clId="{D4E2E3FE-30C0-481C-9360-053AC99C5C9E}" dt="2025-06-26T08:14:04.583" v="58" actId="47"/>
        <pc:sldMkLst>
          <pc:docMk/>
          <pc:sldMk cId="0" sldId="310"/>
        </pc:sldMkLst>
      </pc:sldChg>
      <pc:sldChg chg="add del">
        <pc:chgData name="Dr S N V  Jyotsna Devi Kosuru" userId="35a922a1-a06d-40e5-9ee3-6f232e1b3717" providerId="ADAL" clId="{D4E2E3FE-30C0-481C-9360-053AC99C5C9E}" dt="2025-06-26T08:14:04.583" v="58" actId="47"/>
        <pc:sldMkLst>
          <pc:docMk/>
          <pc:sldMk cId="0" sldId="313"/>
        </pc:sldMkLst>
      </pc:sldChg>
      <pc:sldChg chg="add del">
        <pc:chgData name="Dr S N V  Jyotsna Devi Kosuru" userId="35a922a1-a06d-40e5-9ee3-6f232e1b3717" providerId="ADAL" clId="{D4E2E3FE-30C0-481C-9360-053AC99C5C9E}" dt="2025-06-26T08:14:04.583" v="58" actId="47"/>
        <pc:sldMkLst>
          <pc:docMk/>
          <pc:sldMk cId="0" sldId="329"/>
        </pc:sldMkLst>
      </pc:sldChg>
      <pc:sldChg chg="modSp add del mod">
        <pc:chgData name="Dr S N V  Jyotsna Devi Kosuru" userId="35a922a1-a06d-40e5-9ee3-6f232e1b3717" providerId="ADAL" clId="{D4E2E3FE-30C0-481C-9360-053AC99C5C9E}" dt="2025-06-26T08:01:54.415" v="47" actId="2696"/>
        <pc:sldMkLst>
          <pc:docMk/>
          <pc:sldMk cId="0" sldId="330"/>
        </pc:sldMkLst>
      </pc:sldChg>
      <pc:sldChg chg="add del">
        <pc:chgData name="Dr S N V  Jyotsna Devi Kosuru" userId="35a922a1-a06d-40e5-9ee3-6f232e1b3717" providerId="ADAL" clId="{D4E2E3FE-30C0-481C-9360-053AC99C5C9E}" dt="2025-06-26T08:02:50.542" v="53" actId="2696"/>
        <pc:sldMkLst>
          <pc:docMk/>
          <pc:sldMk cId="0" sldId="331"/>
        </pc:sldMkLst>
      </pc:sldChg>
      <pc:sldChg chg="add del">
        <pc:chgData name="Dr S N V  Jyotsna Devi Kosuru" userId="35a922a1-a06d-40e5-9ee3-6f232e1b3717" providerId="ADAL" clId="{D4E2E3FE-30C0-481C-9360-053AC99C5C9E}" dt="2025-06-26T08:00:30.165" v="19"/>
        <pc:sldMkLst>
          <pc:docMk/>
          <pc:sldMk cId="4277124629" sldId="331"/>
        </pc:sldMkLst>
      </pc:sldChg>
      <pc:sldChg chg="addSp delSp modSp mod modClrScheme chgLayout">
        <pc:chgData name="Dr S N V  Jyotsna Devi Kosuru" userId="35a922a1-a06d-40e5-9ee3-6f232e1b3717" providerId="ADAL" clId="{D4E2E3FE-30C0-481C-9360-053AC99C5C9E}" dt="2025-07-14T06:57:04.708" v="62" actId="6264"/>
        <pc:sldMkLst>
          <pc:docMk/>
          <pc:sldMk cId="0" sldId="332"/>
        </pc:sldMkLst>
        <pc:spChg chg="add del mod">
          <ac:chgData name="Dr S N V  Jyotsna Devi Kosuru" userId="35a922a1-a06d-40e5-9ee3-6f232e1b3717" providerId="ADAL" clId="{D4E2E3FE-30C0-481C-9360-053AC99C5C9E}" dt="2025-07-14T06:55:05.719" v="60" actId="6264"/>
          <ac:spMkLst>
            <pc:docMk/>
            <pc:sldMk cId="0" sldId="332"/>
            <ac:spMk id="2" creationId="{FECE4A7F-0E2F-0E74-269A-88E66A02FEBA}"/>
          </ac:spMkLst>
        </pc:spChg>
        <pc:spChg chg="add del mod">
          <ac:chgData name="Dr S N V  Jyotsna Devi Kosuru" userId="35a922a1-a06d-40e5-9ee3-6f232e1b3717" providerId="ADAL" clId="{D4E2E3FE-30C0-481C-9360-053AC99C5C9E}" dt="2025-07-14T06:55:05.719" v="60" actId="6264"/>
          <ac:spMkLst>
            <pc:docMk/>
            <pc:sldMk cId="0" sldId="332"/>
            <ac:spMk id="3" creationId="{7F742F99-564F-5ADD-7D67-6958F284F051}"/>
          </ac:spMkLst>
        </pc:spChg>
        <pc:spChg chg="mod ord">
          <ac:chgData name="Dr S N V  Jyotsna Devi Kosuru" userId="35a922a1-a06d-40e5-9ee3-6f232e1b3717" providerId="ADAL" clId="{D4E2E3FE-30C0-481C-9360-053AC99C5C9E}" dt="2025-07-14T06:57:04.708" v="62" actId="6264"/>
          <ac:spMkLst>
            <pc:docMk/>
            <pc:sldMk cId="0" sldId="332"/>
            <ac:spMk id="4" creationId="{DE4340C4-097D-9ECF-1CE9-39D5D5B21702}"/>
          </ac:spMkLst>
        </pc:spChg>
        <pc:spChg chg="add del mod">
          <ac:chgData name="Dr S N V  Jyotsna Devi Kosuru" userId="35a922a1-a06d-40e5-9ee3-6f232e1b3717" providerId="ADAL" clId="{D4E2E3FE-30C0-481C-9360-053AC99C5C9E}" dt="2025-07-14T06:57:04.708" v="62" actId="6264"/>
          <ac:spMkLst>
            <pc:docMk/>
            <pc:sldMk cId="0" sldId="332"/>
            <ac:spMk id="5" creationId="{FBFF21E9-7C1B-A8EC-0311-EC0C7B429ECB}"/>
          </ac:spMkLst>
        </pc:spChg>
      </pc:sldChg>
      <pc:sldChg chg="del">
        <pc:chgData name="Dr S N V  Jyotsna Devi Kosuru" userId="35a922a1-a06d-40e5-9ee3-6f232e1b3717" providerId="ADAL" clId="{D4E2E3FE-30C0-481C-9360-053AC99C5C9E}" dt="2025-06-26T07:41:57.213" v="5" actId="47"/>
        <pc:sldMkLst>
          <pc:docMk/>
          <pc:sldMk cId="0" sldId="333"/>
        </pc:sldMkLst>
      </pc:sldChg>
      <pc:sldChg chg="delSp new del mod">
        <pc:chgData name="Dr S N V  Jyotsna Devi Kosuru" userId="35a922a1-a06d-40e5-9ee3-6f232e1b3717" providerId="ADAL" clId="{D4E2E3FE-30C0-481C-9360-053AC99C5C9E}" dt="2025-06-26T08:01:15.506" v="41" actId="2696"/>
        <pc:sldMkLst>
          <pc:docMk/>
          <pc:sldMk cId="384699866" sldId="333"/>
        </pc:sldMkLst>
      </pc:sldChg>
      <pc:sldChg chg="new del">
        <pc:chgData name="Dr S N V  Jyotsna Devi Kosuru" userId="35a922a1-a06d-40e5-9ee3-6f232e1b3717" providerId="ADAL" clId="{D4E2E3FE-30C0-481C-9360-053AC99C5C9E}" dt="2025-07-14T07:10:18.481" v="66" actId="2696"/>
        <pc:sldMkLst>
          <pc:docMk/>
          <pc:sldMk cId="2086380628" sldId="333"/>
        </pc:sldMkLst>
      </pc:sldChg>
      <pc:sldChg chg="add del">
        <pc:chgData name="Dr S N V  Jyotsna Devi Kosuru" userId="35a922a1-a06d-40e5-9ee3-6f232e1b3717" providerId="ADAL" clId="{D4E2E3FE-30C0-481C-9360-053AC99C5C9E}" dt="2025-06-26T08:14:04.583" v="58" actId="47"/>
        <pc:sldMkLst>
          <pc:docMk/>
          <pc:sldMk cId="1762364305" sldId="334"/>
        </pc:sldMkLst>
      </pc:sldChg>
      <pc:sldChg chg="add del">
        <pc:chgData name="Dr S N V  Jyotsna Devi Kosuru" userId="35a922a1-a06d-40e5-9ee3-6f232e1b3717" providerId="ADAL" clId="{D4E2E3FE-30C0-481C-9360-053AC99C5C9E}" dt="2025-06-26T08:14:04.583" v="58" actId="47"/>
        <pc:sldMkLst>
          <pc:docMk/>
          <pc:sldMk cId="2994935528" sldId="335"/>
        </pc:sldMkLst>
      </pc:sldChg>
      <pc:sldChg chg="add del">
        <pc:chgData name="Dr S N V  Jyotsna Devi Kosuru" userId="35a922a1-a06d-40e5-9ee3-6f232e1b3717" providerId="ADAL" clId="{D4E2E3FE-30C0-481C-9360-053AC99C5C9E}" dt="2025-06-26T08:14:04.583" v="58" actId="47"/>
        <pc:sldMkLst>
          <pc:docMk/>
          <pc:sldMk cId="2406625365" sldId="336"/>
        </pc:sldMkLst>
      </pc:sldChg>
      <pc:sldChg chg="del">
        <pc:chgData name="Dr S N V  Jyotsna Devi Kosuru" userId="35a922a1-a06d-40e5-9ee3-6f232e1b3717" providerId="ADAL" clId="{D4E2E3FE-30C0-481C-9360-053AC99C5C9E}" dt="2025-06-26T07:41:57.213" v="5" actId="47"/>
        <pc:sldMkLst>
          <pc:docMk/>
          <pc:sldMk cId="2864261094" sldId="337"/>
        </pc:sldMkLst>
      </pc:sldChg>
      <pc:sldChg chg="del">
        <pc:chgData name="Dr S N V  Jyotsna Devi Kosuru" userId="35a922a1-a06d-40e5-9ee3-6f232e1b3717" providerId="ADAL" clId="{D4E2E3FE-30C0-481C-9360-053AC99C5C9E}" dt="2025-06-26T07:41:57.213" v="5" actId="47"/>
        <pc:sldMkLst>
          <pc:docMk/>
          <pc:sldMk cId="0" sldId="338"/>
        </pc:sldMkLst>
      </pc:sldChg>
      <pc:sldChg chg="modSp add del mod">
        <pc:chgData name="Dr S N V  Jyotsna Devi Kosuru" userId="35a922a1-a06d-40e5-9ee3-6f232e1b3717" providerId="ADAL" clId="{D4E2E3FE-30C0-481C-9360-053AC99C5C9E}" dt="2025-06-26T08:14:04.583" v="58" actId="47"/>
        <pc:sldMkLst>
          <pc:docMk/>
          <pc:sldMk cId="0" sldId="339"/>
        </pc:sldMkLst>
      </pc:sldChg>
      <pc:sldChg chg="del">
        <pc:chgData name="Dr S N V  Jyotsna Devi Kosuru" userId="35a922a1-a06d-40e5-9ee3-6f232e1b3717" providerId="ADAL" clId="{D4E2E3FE-30C0-481C-9360-053AC99C5C9E}" dt="2025-06-26T07:41:57.213" v="5" actId="47"/>
        <pc:sldMkLst>
          <pc:docMk/>
          <pc:sldMk cId="0" sldId="340"/>
        </pc:sldMkLst>
      </pc:sldChg>
      <pc:sldChg chg="del">
        <pc:chgData name="Dr S N V  Jyotsna Devi Kosuru" userId="35a922a1-a06d-40e5-9ee3-6f232e1b3717" providerId="ADAL" clId="{D4E2E3FE-30C0-481C-9360-053AC99C5C9E}" dt="2025-06-26T07:41:57.213" v="5" actId="47"/>
        <pc:sldMkLst>
          <pc:docMk/>
          <pc:sldMk cId="0" sldId="341"/>
        </pc:sldMkLst>
      </pc:sldChg>
      <pc:sldChg chg="modSp add del mod">
        <pc:chgData name="Dr S N V  Jyotsna Devi Kosuru" userId="35a922a1-a06d-40e5-9ee3-6f232e1b3717" providerId="ADAL" clId="{D4E2E3FE-30C0-481C-9360-053AC99C5C9E}" dt="2025-06-26T08:14:04.583" v="58" actId="47"/>
        <pc:sldMkLst>
          <pc:docMk/>
          <pc:sldMk cId="0" sldId="342"/>
        </pc:sldMkLst>
      </pc:sldChg>
      <pc:sldChg chg="modSp add del mod">
        <pc:chgData name="Dr S N V  Jyotsna Devi Kosuru" userId="35a922a1-a06d-40e5-9ee3-6f232e1b3717" providerId="ADAL" clId="{D4E2E3FE-30C0-481C-9360-053AC99C5C9E}" dt="2025-06-26T08:14:04.583" v="58" actId="47"/>
        <pc:sldMkLst>
          <pc:docMk/>
          <pc:sldMk cId="879333425" sldId="343"/>
        </pc:sldMkLst>
      </pc:sldChg>
      <pc:sldChg chg="add del">
        <pc:chgData name="Dr S N V  Jyotsna Devi Kosuru" userId="35a922a1-a06d-40e5-9ee3-6f232e1b3717" providerId="ADAL" clId="{D4E2E3FE-30C0-481C-9360-053AC99C5C9E}" dt="2025-06-26T08:14:04.583" v="58" actId="47"/>
        <pc:sldMkLst>
          <pc:docMk/>
          <pc:sldMk cId="0" sldId="344"/>
        </pc:sldMkLst>
      </pc:sldChg>
      <pc:sldChg chg="modSp add del mod">
        <pc:chgData name="Dr S N V  Jyotsna Devi Kosuru" userId="35a922a1-a06d-40e5-9ee3-6f232e1b3717" providerId="ADAL" clId="{D4E2E3FE-30C0-481C-9360-053AC99C5C9E}" dt="2025-06-26T08:14:04.583" v="58" actId="47"/>
        <pc:sldMkLst>
          <pc:docMk/>
          <pc:sldMk cId="0" sldId="345"/>
        </pc:sldMkLst>
      </pc:sldChg>
      <pc:sldChg chg="del">
        <pc:chgData name="Dr S N V  Jyotsna Devi Kosuru" userId="35a922a1-a06d-40e5-9ee3-6f232e1b3717" providerId="ADAL" clId="{D4E2E3FE-30C0-481C-9360-053AC99C5C9E}" dt="2025-06-26T07:41:57.213" v="5" actId="47"/>
        <pc:sldMkLst>
          <pc:docMk/>
          <pc:sldMk cId="0" sldId="346"/>
        </pc:sldMkLst>
      </pc:sldChg>
      <pc:sldChg chg="del">
        <pc:chgData name="Dr S N V  Jyotsna Devi Kosuru" userId="35a922a1-a06d-40e5-9ee3-6f232e1b3717" providerId="ADAL" clId="{D4E2E3FE-30C0-481C-9360-053AC99C5C9E}" dt="2025-06-26T07:41:57.213" v="5" actId="47"/>
        <pc:sldMkLst>
          <pc:docMk/>
          <pc:sldMk cId="0" sldId="347"/>
        </pc:sldMkLst>
      </pc:sldChg>
      <pc:sldChg chg="del">
        <pc:chgData name="Dr S N V  Jyotsna Devi Kosuru" userId="35a922a1-a06d-40e5-9ee3-6f232e1b3717" providerId="ADAL" clId="{D4E2E3FE-30C0-481C-9360-053AC99C5C9E}" dt="2025-06-26T07:41:57.213" v="5" actId="47"/>
        <pc:sldMkLst>
          <pc:docMk/>
          <pc:sldMk cId="0" sldId="348"/>
        </pc:sldMkLst>
      </pc:sldChg>
      <pc:sldChg chg="add del">
        <pc:chgData name="Dr S N V  Jyotsna Devi Kosuru" userId="35a922a1-a06d-40e5-9ee3-6f232e1b3717" providerId="ADAL" clId="{D4E2E3FE-30C0-481C-9360-053AC99C5C9E}" dt="2025-06-26T08:14:04.583" v="58" actId="47"/>
        <pc:sldMkLst>
          <pc:docMk/>
          <pc:sldMk cId="0" sldId="349"/>
        </pc:sldMkLst>
      </pc:sldChg>
      <pc:sldChg chg="add del">
        <pc:chgData name="Dr S N V  Jyotsna Devi Kosuru" userId="35a922a1-a06d-40e5-9ee3-6f232e1b3717" providerId="ADAL" clId="{D4E2E3FE-30C0-481C-9360-053AC99C5C9E}" dt="2025-06-26T08:14:04.583" v="58" actId="47"/>
        <pc:sldMkLst>
          <pc:docMk/>
          <pc:sldMk cId="0" sldId="350"/>
        </pc:sldMkLst>
      </pc:sldChg>
      <pc:sldChg chg="add del">
        <pc:chgData name="Dr S N V  Jyotsna Devi Kosuru" userId="35a922a1-a06d-40e5-9ee3-6f232e1b3717" providerId="ADAL" clId="{D4E2E3FE-30C0-481C-9360-053AC99C5C9E}" dt="2025-06-26T08:14:04.583" v="58" actId="47"/>
        <pc:sldMkLst>
          <pc:docMk/>
          <pc:sldMk cId="0" sldId="351"/>
        </pc:sldMkLst>
      </pc:sldChg>
      <pc:sldChg chg="modSp add del mod">
        <pc:chgData name="Dr S N V  Jyotsna Devi Kosuru" userId="35a922a1-a06d-40e5-9ee3-6f232e1b3717" providerId="ADAL" clId="{D4E2E3FE-30C0-481C-9360-053AC99C5C9E}" dt="2025-06-26T08:14:04.583" v="58" actId="47"/>
        <pc:sldMkLst>
          <pc:docMk/>
          <pc:sldMk cId="0" sldId="352"/>
        </pc:sldMkLst>
      </pc:sldChg>
      <pc:sldChg chg="add del">
        <pc:chgData name="Dr S N V  Jyotsna Devi Kosuru" userId="35a922a1-a06d-40e5-9ee3-6f232e1b3717" providerId="ADAL" clId="{D4E2E3FE-30C0-481C-9360-053AC99C5C9E}" dt="2025-06-26T08:14:04.583" v="58" actId="47"/>
        <pc:sldMkLst>
          <pc:docMk/>
          <pc:sldMk cId="0" sldId="353"/>
        </pc:sldMkLst>
      </pc:sldChg>
      <pc:sldChg chg="add del">
        <pc:chgData name="Dr S N V  Jyotsna Devi Kosuru" userId="35a922a1-a06d-40e5-9ee3-6f232e1b3717" providerId="ADAL" clId="{D4E2E3FE-30C0-481C-9360-053AC99C5C9E}" dt="2025-06-26T08:14:04.583" v="58" actId="47"/>
        <pc:sldMkLst>
          <pc:docMk/>
          <pc:sldMk cId="0" sldId="354"/>
        </pc:sldMkLst>
      </pc:sldChg>
      <pc:sldChg chg="add del">
        <pc:chgData name="Dr S N V  Jyotsna Devi Kosuru" userId="35a922a1-a06d-40e5-9ee3-6f232e1b3717" providerId="ADAL" clId="{D4E2E3FE-30C0-481C-9360-053AC99C5C9E}" dt="2025-06-26T08:14:04.583" v="58" actId="47"/>
        <pc:sldMkLst>
          <pc:docMk/>
          <pc:sldMk cId="0" sldId="355"/>
        </pc:sldMkLst>
      </pc:sldChg>
      <pc:sldChg chg="add del">
        <pc:chgData name="Dr S N V  Jyotsna Devi Kosuru" userId="35a922a1-a06d-40e5-9ee3-6f232e1b3717" providerId="ADAL" clId="{D4E2E3FE-30C0-481C-9360-053AC99C5C9E}" dt="2025-06-26T08:14:04.583" v="58" actId="47"/>
        <pc:sldMkLst>
          <pc:docMk/>
          <pc:sldMk cId="0" sldId="356"/>
        </pc:sldMkLst>
      </pc:sldChg>
      <pc:sldChg chg="add del">
        <pc:chgData name="Dr S N V  Jyotsna Devi Kosuru" userId="35a922a1-a06d-40e5-9ee3-6f232e1b3717" providerId="ADAL" clId="{D4E2E3FE-30C0-481C-9360-053AC99C5C9E}" dt="2025-06-26T08:14:04.583" v="58" actId="47"/>
        <pc:sldMkLst>
          <pc:docMk/>
          <pc:sldMk cId="0" sldId="357"/>
        </pc:sldMkLst>
      </pc:sldChg>
      <pc:sldChg chg="modSp add del mod">
        <pc:chgData name="Dr S N V  Jyotsna Devi Kosuru" userId="35a922a1-a06d-40e5-9ee3-6f232e1b3717" providerId="ADAL" clId="{D4E2E3FE-30C0-481C-9360-053AC99C5C9E}" dt="2025-06-26T08:14:04.583" v="58" actId="47"/>
        <pc:sldMkLst>
          <pc:docMk/>
          <pc:sldMk cId="0" sldId="358"/>
        </pc:sldMkLst>
      </pc:sldChg>
      <pc:sldChg chg="add del">
        <pc:chgData name="Dr S N V  Jyotsna Devi Kosuru" userId="35a922a1-a06d-40e5-9ee3-6f232e1b3717" providerId="ADAL" clId="{D4E2E3FE-30C0-481C-9360-053AC99C5C9E}" dt="2025-06-26T08:14:04.583" v="58" actId="47"/>
        <pc:sldMkLst>
          <pc:docMk/>
          <pc:sldMk cId="0" sldId="359"/>
        </pc:sldMkLst>
      </pc:sldChg>
      <pc:sldChg chg="add del">
        <pc:chgData name="Dr S N V  Jyotsna Devi Kosuru" userId="35a922a1-a06d-40e5-9ee3-6f232e1b3717" providerId="ADAL" clId="{D4E2E3FE-30C0-481C-9360-053AC99C5C9E}" dt="2025-06-26T08:14:04.583" v="58" actId="47"/>
        <pc:sldMkLst>
          <pc:docMk/>
          <pc:sldMk cId="0" sldId="360"/>
        </pc:sldMkLst>
      </pc:sldChg>
      <pc:sldChg chg="add del">
        <pc:chgData name="Dr S N V  Jyotsna Devi Kosuru" userId="35a922a1-a06d-40e5-9ee3-6f232e1b3717" providerId="ADAL" clId="{D4E2E3FE-30C0-481C-9360-053AC99C5C9E}" dt="2025-06-26T08:14:04.583" v="58" actId="47"/>
        <pc:sldMkLst>
          <pc:docMk/>
          <pc:sldMk cId="0" sldId="361"/>
        </pc:sldMkLst>
      </pc:sldChg>
      <pc:sldChg chg="del">
        <pc:chgData name="Dr S N V  Jyotsna Devi Kosuru" userId="35a922a1-a06d-40e5-9ee3-6f232e1b3717" providerId="ADAL" clId="{D4E2E3FE-30C0-481C-9360-053AC99C5C9E}" dt="2025-06-26T07:41:57.213" v="5" actId="47"/>
        <pc:sldMkLst>
          <pc:docMk/>
          <pc:sldMk cId="0" sldId="362"/>
        </pc:sldMkLst>
      </pc:sldChg>
      <pc:sldChg chg="del">
        <pc:chgData name="Dr S N V  Jyotsna Devi Kosuru" userId="35a922a1-a06d-40e5-9ee3-6f232e1b3717" providerId="ADAL" clId="{D4E2E3FE-30C0-481C-9360-053AC99C5C9E}" dt="2025-06-26T07:41:57.213" v="5" actId="47"/>
        <pc:sldMkLst>
          <pc:docMk/>
          <pc:sldMk cId="0" sldId="364"/>
        </pc:sldMkLst>
      </pc:sldChg>
      <pc:sldChg chg="modSp add del mod">
        <pc:chgData name="Dr S N V  Jyotsna Devi Kosuru" userId="35a922a1-a06d-40e5-9ee3-6f232e1b3717" providerId="ADAL" clId="{D4E2E3FE-30C0-481C-9360-053AC99C5C9E}" dt="2025-06-26T08:14:04.583" v="58" actId="47"/>
        <pc:sldMkLst>
          <pc:docMk/>
          <pc:sldMk cId="0" sldId="365"/>
        </pc:sldMkLst>
      </pc:sldChg>
      <pc:sldChg chg="add del">
        <pc:chgData name="Dr S N V  Jyotsna Devi Kosuru" userId="35a922a1-a06d-40e5-9ee3-6f232e1b3717" providerId="ADAL" clId="{D4E2E3FE-30C0-481C-9360-053AC99C5C9E}" dt="2025-06-26T08:14:04.583" v="58" actId="47"/>
        <pc:sldMkLst>
          <pc:docMk/>
          <pc:sldMk cId="0" sldId="366"/>
        </pc:sldMkLst>
      </pc:sldChg>
      <pc:sldChg chg="add del">
        <pc:chgData name="Dr S N V  Jyotsna Devi Kosuru" userId="35a922a1-a06d-40e5-9ee3-6f232e1b3717" providerId="ADAL" clId="{D4E2E3FE-30C0-481C-9360-053AC99C5C9E}" dt="2025-06-26T08:14:04.583" v="58" actId="47"/>
        <pc:sldMkLst>
          <pc:docMk/>
          <pc:sldMk cId="0" sldId="367"/>
        </pc:sldMkLst>
      </pc:sldChg>
      <pc:sldChg chg="add del">
        <pc:chgData name="Dr S N V  Jyotsna Devi Kosuru" userId="35a922a1-a06d-40e5-9ee3-6f232e1b3717" providerId="ADAL" clId="{D4E2E3FE-30C0-481C-9360-053AC99C5C9E}" dt="2025-06-26T08:00:30.165" v="19"/>
        <pc:sldMkLst>
          <pc:docMk/>
          <pc:sldMk cId="4234517732" sldId="367"/>
        </pc:sldMkLst>
      </pc:sldChg>
      <pc:sldChg chg="modSp add del mod">
        <pc:chgData name="Dr S N V  Jyotsna Devi Kosuru" userId="35a922a1-a06d-40e5-9ee3-6f232e1b3717" providerId="ADAL" clId="{D4E2E3FE-30C0-481C-9360-053AC99C5C9E}" dt="2025-06-26T08:14:04.583" v="58" actId="47"/>
        <pc:sldMkLst>
          <pc:docMk/>
          <pc:sldMk cId="0" sldId="368"/>
        </pc:sldMkLst>
      </pc:sldChg>
      <pc:sldChg chg="add del">
        <pc:chgData name="Dr S N V  Jyotsna Devi Kosuru" userId="35a922a1-a06d-40e5-9ee3-6f232e1b3717" providerId="ADAL" clId="{D4E2E3FE-30C0-481C-9360-053AC99C5C9E}" dt="2025-06-26T08:14:04.583" v="58" actId="47"/>
        <pc:sldMkLst>
          <pc:docMk/>
          <pc:sldMk cId="0" sldId="369"/>
        </pc:sldMkLst>
      </pc:sldChg>
      <pc:sldChg chg="modSp add del mod">
        <pc:chgData name="Dr S N V  Jyotsna Devi Kosuru" userId="35a922a1-a06d-40e5-9ee3-6f232e1b3717" providerId="ADAL" clId="{D4E2E3FE-30C0-481C-9360-053AC99C5C9E}" dt="2025-06-26T08:00:30.165" v="19"/>
        <pc:sldMkLst>
          <pc:docMk/>
          <pc:sldMk cId="383480689" sldId="369"/>
        </pc:sldMkLst>
      </pc:sldChg>
      <pc:sldChg chg="modSp add del mod">
        <pc:chgData name="Dr S N V  Jyotsna Devi Kosuru" userId="35a922a1-a06d-40e5-9ee3-6f232e1b3717" providerId="ADAL" clId="{D4E2E3FE-30C0-481C-9360-053AC99C5C9E}" dt="2025-06-26T08:14:04.583" v="58" actId="47"/>
        <pc:sldMkLst>
          <pc:docMk/>
          <pc:sldMk cId="0" sldId="370"/>
        </pc:sldMkLst>
      </pc:sldChg>
      <pc:sldChg chg="modSp add del mod">
        <pc:chgData name="Dr S N V  Jyotsna Devi Kosuru" userId="35a922a1-a06d-40e5-9ee3-6f232e1b3717" providerId="ADAL" clId="{D4E2E3FE-30C0-481C-9360-053AC99C5C9E}" dt="2025-06-26T08:00:30.165" v="19"/>
        <pc:sldMkLst>
          <pc:docMk/>
          <pc:sldMk cId="2776590847" sldId="370"/>
        </pc:sldMkLst>
      </pc:sldChg>
      <pc:sldChg chg="add del">
        <pc:chgData name="Dr S N V  Jyotsna Devi Kosuru" userId="35a922a1-a06d-40e5-9ee3-6f232e1b3717" providerId="ADAL" clId="{D4E2E3FE-30C0-481C-9360-053AC99C5C9E}" dt="2025-06-26T08:14:04.583" v="58" actId="47"/>
        <pc:sldMkLst>
          <pc:docMk/>
          <pc:sldMk cId="0" sldId="371"/>
        </pc:sldMkLst>
      </pc:sldChg>
      <pc:sldChg chg="add del">
        <pc:chgData name="Dr S N V  Jyotsna Devi Kosuru" userId="35a922a1-a06d-40e5-9ee3-6f232e1b3717" providerId="ADAL" clId="{D4E2E3FE-30C0-481C-9360-053AC99C5C9E}" dt="2025-06-26T08:00:30.165" v="19"/>
        <pc:sldMkLst>
          <pc:docMk/>
          <pc:sldMk cId="93671000" sldId="371"/>
        </pc:sldMkLst>
      </pc:sldChg>
      <pc:sldChg chg="add del">
        <pc:chgData name="Dr S N V  Jyotsna Devi Kosuru" userId="35a922a1-a06d-40e5-9ee3-6f232e1b3717" providerId="ADAL" clId="{D4E2E3FE-30C0-481C-9360-053AC99C5C9E}" dt="2025-06-26T08:14:04.583" v="58" actId="47"/>
        <pc:sldMkLst>
          <pc:docMk/>
          <pc:sldMk cId="0" sldId="372"/>
        </pc:sldMkLst>
      </pc:sldChg>
      <pc:sldChg chg="add del">
        <pc:chgData name="Dr S N V  Jyotsna Devi Kosuru" userId="35a922a1-a06d-40e5-9ee3-6f232e1b3717" providerId="ADAL" clId="{D4E2E3FE-30C0-481C-9360-053AC99C5C9E}" dt="2025-06-26T08:00:30.165" v="19"/>
        <pc:sldMkLst>
          <pc:docMk/>
          <pc:sldMk cId="675199779" sldId="372"/>
        </pc:sldMkLst>
      </pc:sldChg>
      <pc:sldChg chg="modSp add del mod">
        <pc:chgData name="Dr S N V  Jyotsna Devi Kosuru" userId="35a922a1-a06d-40e5-9ee3-6f232e1b3717" providerId="ADAL" clId="{D4E2E3FE-30C0-481C-9360-053AC99C5C9E}" dt="2025-06-26T08:14:04.583" v="58" actId="47"/>
        <pc:sldMkLst>
          <pc:docMk/>
          <pc:sldMk cId="0" sldId="373"/>
        </pc:sldMkLst>
      </pc:sldChg>
      <pc:sldChg chg="del">
        <pc:chgData name="Dr S N V  Jyotsna Devi Kosuru" userId="35a922a1-a06d-40e5-9ee3-6f232e1b3717" providerId="ADAL" clId="{D4E2E3FE-30C0-481C-9360-053AC99C5C9E}" dt="2025-06-26T07:41:57.213" v="5" actId="47"/>
        <pc:sldMkLst>
          <pc:docMk/>
          <pc:sldMk cId="1266076609" sldId="373"/>
        </pc:sldMkLst>
      </pc:sldChg>
      <pc:sldChg chg="add del">
        <pc:chgData name="Dr S N V  Jyotsna Devi Kosuru" userId="35a922a1-a06d-40e5-9ee3-6f232e1b3717" providerId="ADAL" clId="{D4E2E3FE-30C0-481C-9360-053AC99C5C9E}" dt="2025-06-26T08:14:04.583" v="58" actId="47"/>
        <pc:sldMkLst>
          <pc:docMk/>
          <pc:sldMk cId="0" sldId="374"/>
        </pc:sldMkLst>
      </pc:sldChg>
      <pc:sldChg chg="modSp add del">
        <pc:chgData name="Dr S N V  Jyotsna Devi Kosuru" userId="35a922a1-a06d-40e5-9ee3-6f232e1b3717" providerId="ADAL" clId="{D4E2E3FE-30C0-481C-9360-053AC99C5C9E}" dt="2025-06-26T08:14:04.583" v="58" actId="47"/>
        <pc:sldMkLst>
          <pc:docMk/>
          <pc:sldMk cId="0" sldId="375"/>
        </pc:sldMkLst>
      </pc:sldChg>
      <pc:sldChg chg="add del">
        <pc:chgData name="Dr S N V  Jyotsna Devi Kosuru" userId="35a922a1-a06d-40e5-9ee3-6f232e1b3717" providerId="ADAL" clId="{D4E2E3FE-30C0-481C-9360-053AC99C5C9E}" dt="2025-06-26T08:14:04.583" v="58" actId="47"/>
        <pc:sldMkLst>
          <pc:docMk/>
          <pc:sldMk cId="2103933931" sldId="377"/>
        </pc:sldMkLst>
      </pc:sldChg>
      <pc:sldChg chg="add del">
        <pc:chgData name="Dr S N V  Jyotsna Devi Kosuru" userId="35a922a1-a06d-40e5-9ee3-6f232e1b3717" providerId="ADAL" clId="{D4E2E3FE-30C0-481C-9360-053AC99C5C9E}" dt="2025-06-26T08:14:04.583" v="58" actId="47"/>
        <pc:sldMkLst>
          <pc:docMk/>
          <pc:sldMk cId="0" sldId="378"/>
        </pc:sldMkLst>
      </pc:sldChg>
      <pc:sldChg chg="delSp modSp new del mod">
        <pc:chgData name="Dr S N V  Jyotsna Devi Kosuru" userId="35a922a1-a06d-40e5-9ee3-6f232e1b3717" providerId="ADAL" clId="{D4E2E3FE-30C0-481C-9360-053AC99C5C9E}" dt="2025-06-26T08:02:16.170" v="52" actId="2696"/>
        <pc:sldMkLst>
          <pc:docMk/>
          <pc:sldMk cId="338203687" sldId="379"/>
        </pc:sldMkLst>
      </pc:sldChg>
      <pc:sldChg chg="new del">
        <pc:chgData name="Dr S N V  Jyotsna Devi Kosuru" userId="35a922a1-a06d-40e5-9ee3-6f232e1b3717" providerId="ADAL" clId="{D4E2E3FE-30C0-481C-9360-053AC99C5C9E}" dt="2025-06-26T08:01:30.595" v="43" actId="680"/>
        <pc:sldMkLst>
          <pc:docMk/>
          <pc:sldMk cId="3489660908" sldId="379"/>
        </pc:sldMkLst>
      </pc:sldChg>
      <pc:sldChg chg="add del">
        <pc:chgData name="Dr S N V  Jyotsna Devi Kosuru" userId="35a922a1-a06d-40e5-9ee3-6f232e1b3717" providerId="ADAL" clId="{D4E2E3FE-30C0-481C-9360-053AC99C5C9E}" dt="2025-06-26T08:00:30.165" v="19"/>
        <pc:sldMkLst>
          <pc:docMk/>
          <pc:sldMk cId="424880489" sldId="386"/>
        </pc:sldMkLst>
      </pc:sldChg>
      <pc:sldChg chg="add del">
        <pc:chgData name="Dr S N V  Jyotsna Devi Kosuru" userId="35a922a1-a06d-40e5-9ee3-6f232e1b3717" providerId="ADAL" clId="{D4E2E3FE-30C0-481C-9360-053AC99C5C9E}" dt="2025-06-26T08:00:30.165" v="19"/>
        <pc:sldMkLst>
          <pc:docMk/>
          <pc:sldMk cId="0" sldId="387"/>
        </pc:sldMkLst>
      </pc:sldChg>
      <pc:sldChg chg="add del">
        <pc:chgData name="Dr S N V  Jyotsna Devi Kosuru" userId="35a922a1-a06d-40e5-9ee3-6f232e1b3717" providerId="ADAL" clId="{D4E2E3FE-30C0-481C-9360-053AC99C5C9E}" dt="2025-06-26T08:00:30.165" v="19"/>
        <pc:sldMkLst>
          <pc:docMk/>
          <pc:sldMk cId="0" sldId="389"/>
        </pc:sldMkLst>
      </pc:sldChg>
      <pc:sldChg chg="add del">
        <pc:chgData name="Dr S N V  Jyotsna Devi Kosuru" userId="35a922a1-a06d-40e5-9ee3-6f232e1b3717" providerId="ADAL" clId="{D4E2E3FE-30C0-481C-9360-053AC99C5C9E}" dt="2025-06-26T08:00:30.165" v="19"/>
        <pc:sldMkLst>
          <pc:docMk/>
          <pc:sldMk cId="0" sldId="390"/>
        </pc:sldMkLst>
      </pc:sldChg>
      <pc:sldChg chg="add del">
        <pc:chgData name="Dr S N V  Jyotsna Devi Kosuru" userId="35a922a1-a06d-40e5-9ee3-6f232e1b3717" providerId="ADAL" clId="{D4E2E3FE-30C0-481C-9360-053AC99C5C9E}" dt="2025-06-26T08:00:30.165" v="19"/>
        <pc:sldMkLst>
          <pc:docMk/>
          <pc:sldMk cId="0" sldId="391"/>
        </pc:sldMkLst>
      </pc:sldChg>
      <pc:sldChg chg="del">
        <pc:chgData name="Dr S N V  Jyotsna Devi Kosuru" userId="35a922a1-a06d-40e5-9ee3-6f232e1b3717" providerId="ADAL" clId="{D4E2E3FE-30C0-481C-9360-053AC99C5C9E}" dt="2025-06-26T07:41:34.036" v="0" actId="2696"/>
        <pc:sldMkLst>
          <pc:docMk/>
          <pc:sldMk cId="3051339226" sldId="391"/>
        </pc:sldMkLst>
      </pc:sldChg>
      <pc:sldChg chg="modSp add del mod">
        <pc:chgData name="Dr S N V  Jyotsna Devi Kosuru" userId="35a922a1-a06d-40e5-9ee3-6f232e1b3717" providerId="ADAL" clId="{D4E2E3FE-30C0-481C-9360-053AC99C5C9E}" dt="2025-06-26T08:00:30.165" v="19"/>
        <pc:sldMkLst>
          <pc:docMk/>
          <pc:sldMk cId="0" sldId="392"/>
        </pc:sldMkLst>
      </pc:sldChg>
      <pc:sldChg chg="modSp add del mod">
        <pc:chgData name="Dr S N V  Jyotsna Devi Kosuru" userId="35a922a1-a06d-40e5-9ee3-6f232e1b3717" providerId="ADAL" clId="{D4E2E3FE-30C0-481C-9360-053AC99C5C9E}" dt="2025-06-26T08:00:30.165" v="19"/>
        <pc:sldMkLst>
          <pc:docMk/>
          <pc:sldMk cId="1699638004" sldId="394"/>
        </pc:sldMkLst>
      </pc:sldChg>
      <pc:sldChg chg="add del">
        <pc:chgData name="Dr S N V  Jyotsna Devi Kosuru" userId="35a922a1-a06d-40e5-9ee3-6f232e1b3717" providerId="ADAL" clId="{D4E2E3FE-30C0-481C-9360-053AC99C5C9E}" dt="2025-06-26T08:00:30.165" v="19"/>
        <pc:sldMkLst>
          <pc:docMk/>
          <pc:sldMk cId="3784797541" sldId="395"/>
        </pc:sldMkLst>
      </pc:sldChg>
      <pc:sldChg chg="add del">
        <pc:chgData name="Dr S N V  Jyotsna Devi Kosuru" userId="35a922a1-a06d-40e5-9ee3-6f232e1b3717" providerId="ADAL" clId="{D4E2E3FE-30C0-481C-9360-053AC99C5C9E}" dt="2025-06-26T08:00:30.165" v="19"/>
        <pc:sldMkLst>
          <pc:docMk/>
          <pc:sldMk cId="2337351862" sldId="396"/>
        </pc:sldMkLst>
      </pc:sldChg>
      <pc:sldChg chg="add del">
        <pc:chgData name="Dr S N V  Jyotsna Devi Kosuru" userId="35a922a1-a06d-40e5-9ee3-6f232e1b3717" providerId="ADAL" clId="{D4E2E3FE-30C0-481C-9360-053AC99C5C9E}" dt="2025-06-26T08:00:30.165" v="19"/>
        <pc:sldMkLst>
          <pc:docMk/>
          <pc:sldMk cId="0" sldId="398"/>
        </pc:sldMkLst>
      </pc:sldChg>
      <pc:sldChg chg="modSp add del mod">
        <pc:chgData name="Dr S N V  Jyotsna Devi Kosuru" userId="35a922a1-a06d-40e5-9ee3-6f232e1b3717" providerId="ADAL" clId="{D4E2E3FE-30C0-481C-9360-053AC99C5C9E}" dt="2025-06-26T08:00:30.165" v="19"/>
        <pc:sldMkLst>
          <pc:docMk/>
          <pc:sldMk cId="0" sldId="400"/>
        </pc:sldMkLst>
      </pc:sldChg>
      <pc:sldChg chg="add del">
        <pc:chgData name="Dr S N V  Jyotsna Devi Kosuru" userId="35a922a1-a06d-40e5-9ee3-6f232e1b3717" providerId="ADAL" clId="{D4E2E3FE-30C0-481C-9360-053AC99C5C9E}" dt="2025-06-26T08:00:30.165" v="19"/>
        <pc:sldMkLst>
          <pc:docMk/>
          <pc:sldMk cId="0" sldId="401"/>
        </pc:sldMkLst>
      </pc:sldChg>
      <pc:sldChg chg="modSp add del mod">
        <pc:chgData name="Dr S N V  Jyotsna Devi Kosuru" userId="35a922a1-a06d-40e5-9ee3-6f232e1b3717" providerId="ADAL" clId="{D4E2E3FE-30C0-481C-9360-053AC99C5C9E}" dt="2025-06-26T08:00:30.165" v="19"/>
        <pc:sldMkLst>
          <pc:docMk/>
          <pc:sldMk cId="0" sldId="402"/>
        </pc:sldMkLst>
      </pc:sldChg>
      <pc:sldChg chg="add del">
        <pc:chgData name="Dr S N V  Jyotsna Devi Kosuru" userId="35a922a1-a06d-40e5-9ee3-6f232e1b3717" providerId="ADAL" clId="{D4E2E3FE-30C0-481C-9360-053AC99C5C9E}" dt="2025-06-26T08:00:30.165" v="19"/>
        <pc:sldMkLst>
          <pc:docMk/>
          <pc:sldMk cId="0" sldId="409"/>
        </pc:sldMkLst>
      </pc:sldChg>
      <pc:sldChg chg="add del">
        <pc:chgData name="Dr S N V  Jyotsna Devi Kosuru" userId="35a922a1-a06d-40e5-9ee3-6f232e1b3717" providerId="ADAL" clId="{D4E2E3FE-30C0-481C-9360-053AC99C5C9E}" dt="2025-06-26T08:00:30.165" v="19"/>
        <pc:sldMkLst>
          <pc:docMk/>
          <pc:sldMk cId="0" sldId="412"/>
        </pc:sldMkLst>
      </pc:sldChg>
      <pc:sldChg chg="add del">
        <pc:chgData name="Dr S N V  Jyotsna Devi Kosuru" userId="35a922a1-a06d-40e5-9ee3-6f232e1b3717" providerId="ADAL" clId="{D4E2E3FE-30C0-481C-9360-053AC99C5C9E}" dt="2025-06-26T08:00:30.165" v="19"/>
        <pc:sldMkLst>
          <pc:docMk/>
          <pc:sldMk cId="4280181171" sldId="414"/>
        </pc:sldMkLst>
      </pc:sldChg>
      <pc:sldChg chg="add del">
        <pc:chgData name="Dr S N V  Jyotsna Devi Kosuru" userId="35a922a1-a06d-40e5-9ee3-6f232e1b3717" providerId="ADAL" clId="{D4E2E3FE-30C0-481C-9360-053AC99C5C9E}" dt="2025-06-26T08:00:30.165" v="19"/>
        <pc:sldMkLst>
          <pc:docMk/>
          <pc:sldMk cId="4030651419" sldId="416"/>
        </pc:sldMkLst>
      </pc:sldChg>
      <pc:sldChg chg="add del">
        <pc:chgData name="Dr S N V  Jyotsna Devi Kosuru" userId="35a922a1-a06d-40e5-9ee3-6f232e1b3717" providerId="ADAL" clId="{D4E2E3FE-30C0-481C-9360-053AC99C5C9E}" dt="2025-06-26T08:00:30.165" v="19"/>
        <pc:sldMkLst>
          <pc:docMk/>
          <pc:sldMk cId="630411232" sldId="424"/>
        </pc:sldMkLst>
      </pc:sldChg>
      <pc:sldChg chg="add del">
        <pc:chgData name="Dr S N V  Jyotsna Devi Kosuru" userId="35a922a1-a06d-40e5-9ee3-6f232e1b3717" providerId="ADAL" clId="{D4E2E3FE-30C0-481C-9360-053AC99C5C9E}" dt="2025-06-26T08:00:30.165" v="19"/>
        <pc:sldMkLst>
          <pc:docMk/>
          <pc:sldMk cId="2948303507" sldId="425"/>
        </pc:sldMkLst>
      </pc:sldChg>
      <pc:sldChg chg="add del">
        <pc:chgData name="Dr S N V  Jyotsna Devi Kosuru" userId="35a922a1-a06d-40e5-9ee3-6f232e1b3717" providerId="ADAL" clId="{D4E2E3FE-30C0-481C-9360-053AC99C5C9E}" dt="2025-06-26T08:00:30.165" v="19"/>
        <pc:sldMkLst>
          <pc:docMk/>
          <pc:sldMk cId="2818565648" sldId="431"/>
        </pc:sldMkLst>
      </pc:sldChg>
      <pc:sldChg chg="modSp add del mod">
        <pc:chgData name="Dr S N V  Jyotsna Devi Kosuru" userId="35a922a1-a06d-40e5-9ee3-6f232e1b3717" providerId="ADAL" clId="{D4E2E3FE-30C0-481C-9360-053AC99C5C9E}" dt="2025-06-26T08:00:30.165" v="19"/>
        <pc:sldMkLst>
          <pc:docMk/>
          <pc:sldMk cId="3017129735" sldId="432"/>
        </pc:sldMkLst>
      </pc:sldChg>
      <pc:sldChg chg="add del">
        <pc:chgData name="Dr S N V  Jyotsna Devi Kosuru" userId="35a922a1-a06d-40e5-9ee3-6f232e1b3717" providerId="ADAL" clId="{D4E2E3FE-30C0-481C-9360-053AC99C5C9E}" dt="2025-06-26T08:00:30.165" v="19"/>
        <pc:sldMkLst>
          <pc:docMk/>
          <pc:sldMk cId="3827084463" sldId="434"/>
        </pc:sldMkLst>
      </pc:sldChg>
      <pc:sldChg chg="add del">
        <pc:chgData name="Dr S N V  Jyotsna Devi Kosuru" userId="35a922a1-a06d-40e5-9ee3-6f232e1b3717" providerId="ADAL" clId="{D4E2E3FE-30C0-481C-9360-053AC99C5C9E}" dt="2025-06-26T08:00:30.165" v="19"/>
        <pc:sldMkLst>
          <pc:docMk/>
          <pc:sldMk cId="2441439607" sldId="436"/>
        </pc:sldMkLst>
      </pc:sldChg>
      <pc:sldMasterChg chg="delSp mod delSldLayout">
        <pc:chgData name="Dr S N V  Jyotsna Devi Kosuru" userId="35a922a1-a06d-40e5-9ee3-6f232e1b3717" providerId="ADAL" clId="{D4E2E3FE-30C0-481C-9360-053AC99C5C9E}" dt="2025-07-14T07:02:03.423" v="64" actId="478"/>
        <pc:sldMasterMkLst>
          <pc:docMk/>
          <pc:sldMasterMk cId="3198380239" sldId="2147483660"/>
        </pc:sldMasterMkLst>
        <pc:picChg chg="del">
          <ac:chgData name="Dr S N V  Jyotsna Devi Kosuru" userId="35a922a1-a06d-40e5-9ee3-6f232e1b3717" providerId="ADAL" clId="{D4E2E3FE-30C0-481C-9360-053AC99C5C9E}" dt="2025-07-14T07:01:56.986" v="63" actId="478"/>
          <ac:picMkLst>
            <pc:docMk/>
            <pc:sldMasterMk cId="3198380239" sldId="2147483660"/>
            <ac:picMk id="12" creationId="{DB6D7A70-9470-38A5-6785-933F5C089234}"/>
          </ac:picMkLst>
        </pc:picChg>
        <pc:picChg chg="del">
          <ac:chgData name="Dr S N V  Jyotsna Devi Kosuru" userId="35a922a1-a06d-40e5-9ee3-6f232e1b3717" providerId="ADAL" clId="{D4E2E3FE-30C0-481C-9360-053AC99C5C9E}" dt="2025-07-14T07:02:03.423" v="64" actId="478"/>
          <ac:picMkLst>
            <pc:docMk/>
            <pc:sldMasterMk cId="3198380239" sldId="2147483660"/>
            <ac:picMk id="14" creationId="{A51BE3ED-273E-B0A1-FC3A-EE01E1A92D27}"/>
          </ac:picMkLst>
        </pc:picChg>
        <pc:sldLayoutChg chg="del">
          <pc:chgData name="Dr S N V  Jyotsna Devi Kosuru" userId="35a922a1-a06d-40e5-9ee3-6f232e1b3717" providerId="ADAL" clId="{D4E2E3FE-30C0-481C-9360-053AC99C5C9E}" dt="2025-06-26T08:02:50.542" v="53" actId="2696"/>
          <pc:sldLayoutMkLst>
            <pc:docMk/>
            <pc:sldMasterMk cId="3198380239" sldId="2147483660"/>
            <pc:sldLayoutMk cId="3648387266" sldId="214748367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18-02-2026</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7536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9B8D-BF65-4ADD-F76F-77EA72FFCB8F}"/>
              </a:ext>
            </a:extLst>
          </p:cNvPr>
          <p:cNvSpPr>
            <a:spLocks noGrp="1"/>
          </p:cNvSpPr>
          <p:nvPr>
            <p:ph type="ctrTitle" idx="4294967295"/>
          </p:nvPr>
        </p:nvSpPr>
        <p:spPr>
          <a:xfrm>
            <a:off x="1066800" y="1208088"/>
            <a:ext cx="11125200" cy="2119312"/>
          </a:xfrm>
        </p:spPr>
        <p:txBody>
          <a:bodyPr>
            <a:normAutofit/>
          </a:bodyPr>
          <a:lstStyle/>
          <a:p>
            <a:pPr marR="0" lvl="0" indent="0">
              <a:spcBef>
                <a:spcPts val="0"/>
              </a:spcBef>
              <a:spcAft>
                <a:spcPts val="0"/>
              </a:spcAft>
            </a:pPr>
            <a:r>
              <a:rPr lang="en-US" sz="3100" b="1" dirty="0">
                <a:ln/>
                <a:solidFill>
                  <a:srgbClr val="C00000"/>
                </a:solidFill>
                <a:cs typeface="Poppins" panose="00000500000000000000" pitchFamily="2" charset="0"/>
                <a:sym typeface="BioRhyme ExtraBold"/>
              </a:rPr>
              <a:t>COURSE NAME   : </a:t>
            </a:r>
            <a:r>
              <a:rPr lang="en-US" sz="2700" b="1" dirty="0">
                <a:ln/>
                <a:solidFill>
                  <a:srgbClr val="C00000"/>
                </a:solidFill>
                <a:cs typeface="Poppins" panose="00000500000000000000" pitchFamily="2" charset="0"/>
                <a:sym typeface="BioRhyme ExtraBold"/>
              </a:rPr>
              <a:t> </a:t>
            </a:r>
            <a:r>
              <a:rPr lang="en-US" sz="2800" b="1" dirty="0">
                <a:ln/>
                <a:solidFill>
                  <a:srgbClr val="C00000"/>
                </a:solidFill>
                <a:cs typeface="Poppins" panose="00000500000000000000" pitchFamily="2" charset="0"/>
                <a:sym typeface="BioRhyme ExtraBold"/>
              </a:rPr>
              <a:t>CLOUD INFRASTRUCTURE SERVICES</a:t>
            </a:r>
            <a:br>
              <a:rPr lang="en-US" sz="3600" b="1" dirty="0">
                <a:ln/>
                <a:cs typeface="Poppins" panose="00000500000000000000" pitchFamily="2" charset="0"/>
                <a:sym typeface="BioRhyme ExtraBold"/>
              </a:rPr>
            </a:br>
            <a:r>
              <a:rPr lang="en-US" sz="3100" b="1" dirty="0">
                <a:ln/>
                <a:solidFill>
                  <a:srgbClr val="C00000"/>
                </a:solidFill>
                <a:cs typeface="Poppins" panose="00000500000000000000" pitchFamily="2" charset="0"/>
                <a:sym typeface="BioRhyme ExtraBold"/>
              </a:rPr>
              <a:t>COURSE CODE   :  24cs2204,A</a:t>
            </a:r>
            <a:br>
              <a:rPr lang="en-US" sz="3100" b="1" dirty="0">
                <a:ln/>
                <a:solidFill>
                  <a:srgbClr val="C00000"/>
                </a:solidFill>
                <a:cs typeface="Poppins" panose="00000500000000000000" pitchFamily="2" charset="0"/>
                <a:sym typeface="BioRhyme ExtraBold"/>
              </a:rPr>
            </a:br>
            <a:endParaRPr lang="en-IN" sz="3600" dirty="0"/>
          </a:p>
        </p:txBody>
      </p:sp>
      <p:sp>
        <p:nvSpPr>
          <p:cNvPr id="3" name="Subtitle 2">
            <a:extLst>
              <a:ext uri="{FF2B5EF4-FFF2-40B4-BE49-F238E27FC236}">
                <a16:creationId xmlns:a16="http://schemas.microsoft.com/office/drawing/2014/main" id="{5F640656-3048-2A08-BF39-81705306F79A}"/>
              </a:ext>
            </a:extLst>
          </p:cNvPr>
          <p:cNvSpPr>
            <a:spLocks noGrp="1"/>
          </p:cNvSpPr>
          <p:nvPr>
            <p:ph type="subTitle" idx="4294967295"/>
          </p:nvPr>
        </p:nvSpPr>
        <p:spPr>
          <a:xfrm>
            <a:off x="1066800" y="2517775"/>
            <a:ext cx="10493829" cy="3132137"/>
          </a:xfrm>
        </p:spPr>
        <p:txBody>
          <a:bodyPr>
            <a:normAutofit/>
          </a:bodyPr>
          <a:lstStyle/>
          <a:p>
            <a:pPr marL="0" indent="0">
              <a:buNone/>
            </a:pPr>
            <a:r>
              <a:rPr lang="en-US" sz="2800" b="1" dirty="0"/>
              <a:t>TOPICS :	Identity and Access Management - Introduction</a:t>
            </a:r>
          </a:p>
          <a:p>
            <a:pPr marL="0" indent="0">
              <a:buNone/>
            </a:pPr>
            <a:r>
              <a:rPr lang="en-US" sz="2800" b="1" dirty="0"/>
              <a:t>		Access Control – RBAC, ABAC, PBAC</a:t>
            </a:r>
          </a:p>
          <a:p>
            <a:pPr marL="0" indent="0">
              <a:buNone/>
            </a:pPr>
            <a:r>
              <a:rPr lang="en-US" sz="2800" b="1" dirty="0"/>
              <a:t>		</a:t>
            </a:r>
            <a:r>
              <a:rPr lang="en-IN" sz="2800" b="1" dirty="0"/>
              <a:t>Trust, Reputation &amp; Risk</a:t>
            </a:r>
            <a:r>
              <a:rPr lang="en-US" sz="2800" b="1" dirty="0"/>
              <a:t>		</a:t>
            </a:r>
            <a:endParaRPr lang="en-IN" sz="2400" b="1" dirty="0"/>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5313-16E9-F7C3-C175-36D7C000D054}"/>
              </a:ext>
            </a:extLst>
          </p:cNvPr>
          <p:cNvSpPr>
            <a:spLocks noGrp="1"/>
          </p:cNvSpPr>
          <p:nvPr>
            <p:ph type="title"/>
          </p:nvPr>
        </p:nvSpPr>
        <p:spPr>
          <a:xfrm>
            <a:off x="1451579" y="342420"/>
            <a:ext cx="9603275" cy="1049235"/>
          </a:xfrm>
        </p:spPr>
        <p:txBody>
          <a:bodyPr/>
          <a:lstStyle/>
          <a:p>
            <a:pPr algn="ctr"/>
            <a:r>
              <a:rPr lang="en-US" b="1" dirty="0">
                <a:solidFill>
                  <a:srgbClr val="FF0000"/>
                </a:solidFill>
              </a:rPr>
              <a:t>Identity and Access Management</a:t>
            </a:r>
            <a:endParaRPr lang="en-IN" dirty="0">
              <a:solidFill>
                <a:srgbClr val="FF0000"/>
              </a:solidFill>
            </a:endParaRPr>
          </a:p>
        </p:txBody>
      </p:sp>
      <p:sp>
        <p:nvSpPr>
          <p:cNvPr id="4" name="Content Placeholder 3">
            <a:extLst>
              <a:ext uri="{FF2B5EF4-FFF2-40B4-BE49-F238E27FC236}">
                <a16:creationId xmlns:a16="http://schemas.microsoft.com/office/drawing/2014/main" id="{42D4972D-0A9C-2C67-BF76-8A442ECE8226}"/>
              </a:ext>
            </a:extLst>
          </p:cNvPr>
          <p:cNvSpPr>
            <a:spLocks noGrp="1"/>
          </p:cNvSpPr>
          <p:nvPr>
            <p:ph idx="1"/>
          </p:nvPr>
        </p:nvSpPr>
        <p:spPr>
          <a:xfrm>
            <a:off x="587829" y="1123104"/>
            <a:ext cx="11027228" cy="4842267"/>
          </a:xfrm>
        </p:spPr>
        <p:txBody>
          <a:bodyPr>
            <a:normAutofit fontScale="92500" lnSpcReduction="20000"/>
          </a:bodyPr>
          <a:lstStyle/>
          <a:p>
            <a:pPr algn="just"/>
            <a:r>
              <a:rPr lang="en-US" sz="2800" dirty="0"/>
              <a:t>IAM architecture is the framework that helps securely manage </a:t>
            </a:r>
            <a:r>
              <a:rPr lang="en-US" sz="2800" b="1" dirty="0"/>
              <a:t>user identities</a:t>
            </a:r>
            <a:r>
              <a:rPr lang="en-US" sz="2800" dirty="0"/>
              <a:t>, </a:t>
            </a:r>
            <a:r>
              <a:rPr lang="en-US" sz="2800" b="1" dirty="0"/>
              <a:t>authentication</a:t>
            </a:r>
            <a:r>
              <a:rPr lang="en-US" sz="2800" dirty="0"/>
              <a:t>, and </a:t>
            </a:r>
            <a:r>
              <a:rPr lang="en-US" sz="2800" b="1" dirty="0"/>
              <a:t>authorization</a:t>
            </a:r>
            <a:r>
              <a:rPr lang="en-US" sz="2800" dirty="0"/>
              <a:t> across an organization's IT environment.</a:t>
            </a:r>
          </a:p>
          <a:p>
            <a:pPr algn="just"/>
            <a:r>
              <a:rPr lang="en-US" sz="2800" dirty="0"/>
              <a:t>Identity and Access Management (IAM) in cloud computing is a security framework of policies, technologies, and processes that ensures authorized users (human or non-human) have the correct access to cloud resources.</a:t>
            </a:r>
          </a:p>
          <a:p>
            <a:pPr algn="just"/>
            <a:r>
              <a:rPr lang="en-US" sz="2800" dirty="0"/>
              <a:t> Key components include authentication (verifying identity), authorization (granting permissions), and auditing user actions. Major cloud providers—AWS, Azure, and Google Cloud—use IAM to enforce role-based access control (RBAC) and least privilege principles, protecting against data breaches and unauthorized access. </a:t>
            </a:r>
            <a:endParaRPr lang="en-IN" sz="2800" dirty="0"/>
          </a:p>
        </p:txBody>
      </p:sp>
      <p:sp>
        <p:nvSpPr>
          <p:cNvPr id="2" name="Slide Number Placeholder 1">
            <a:extLst>
              <a:ext uri="{FF2B5EF4-FFF2-40B4-BE49-F238E27FC236}">
                <a16:creationId xmlns:a16="http://schemas.microsoft.com/office/drawing/2014/main" id="{F79AC98D-3E4C-ACCB-FCC2-64E53CBA9734}"/>
              </a:ext>
            </a:extLst>
          </p:cNvPr>
          <p:cNvSpPr>
            <a:spLocks noGrp="1"/>
          </p:cNvSpPr>
          <p:nvPr>
            <p:ph type="sldNum" sz="quarter" idx="12"/>
          </p:nvPr>
        </p:nvSpPr>
        <p:spPr/>
        <p:txBody>
          <a:bodyPr/>
          <a:lstStyle/>
          <a:p>
            <a:fld id="{CBABCCC1-BF11-4F37-963E-1BCD5B23FD72}" type="slidenum">
              <a:rPr lang="en-IN" smtClean="0"/>
              <a:pPr/>
              <a:t>2</a:t>
            </a:fld>
            <a:endParaRPr lang="en-IN"/>
          </a:p>
        </p:txBody>
      </p:sp>
    </p:spTree>
    <p:extLst>
      <p:ext uri="{BB962C8B-B14F-4D97-AF65-F5344CB8AC3E}">
        <p14:creationId xmlns:p14="http://schemas.microsoft.com/office/powerpoint/2010/main" val="3799225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D1B56-F60F-ED16-F67F-DAD598BEBBD4}"/>
              </a:ext>
            </a:extLst>
          </p:cNvPr>
          <p:cNvSpPr>
            <a:spLocks noGrp="1"/>
          </p:cNvSpPr>
          <p:nvPr>
            <p:ph type="sldNum" sz="quarter" idx="12"/>
          </p:nvPr>
        </p:nvSpPr>
        <p:spPr/>
        <p:txBody>
          <a:bodyPr/>
          <a:lstStyle/>
          <a:p>
            <a:fld id="{CBABCCC1-BF11-4F37-963E-1BCD5B23FD72}" type="slidenum">
              <a:rPr lang="en-IN" smtClean="0"/>
              <a:pPr/>
              <a:t>3</a:t>
            </a:fld>
            <a:endParaRPr lang="en-IN"/>
          </a:p>
        </p:txBody>
      </p:sp>
      <p:pic>
        <p:nvPicPr>
          <p:cNvPr id="2050" name="Picture 2">
            <a:extLst>
              <a:ext uri="{FF2B5EF4-FFF2-40B4-BE49-F238E27FC236}">
                <a16:creationId xmlns:a16="http://schemas.microsoft.com/office/drawing/2014/main" id="{261CCDA5-F410-885D-C548-3195AA37DE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128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051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F2477A-5DFF-6718-D819-116A2C284E69}"/>
              </a:ext>
            </a:extLst>
          </p:cNvPr>
          <p:cNvSpPr>
            <a:spLocks noGrp="1"/>
          </p:cNvSpPr>
          <p:nvPr>
            <p:ph type="title"/>
          </p:nvPr>
        </p:nvSpPr>
        <p:spPr>
          <a:xfrm>
            <a:off x="1451579" y="249348"/>
            <a:ext cx="9603275" cy="1049235"/>
          </a:xfrm>
        </p:spPr>
        <p:txBody>
          <a:bodyPr>
            <a:normAutofit fontScale="90000"/>
          </a:bodyPr>
          <a:lstStyle/>
          <a:p>
            <a:pPr algn="ctr"/>
            <a:r>
              <a:rPr lang="en-US" b="1" dirty="0">
                <a:solidFill>
                  <a:srgbClr val="FF0000"/>
                </a:solidFill>
              </a:rPr>
              <a:t>Architecture of Identity Access Management</a:t>
            </a:r>
            <a:br>
              <a:rPr lang="en-US" b="1" dirty="0"/>
            </a:br>
            <a:endParaRPr lang="en-IN" dirty="0"/>
          </a:p>
        </p:txBody>
      </p:sp>
      <p:sp>
        <p:nvSpPr>
          <p:cNvPr id="4" name="Content Placeholder 3">
            <a:extLst>
              <a:ext uri="{FF2B5EF4-FFF2-40B4-BE49-F238E27FC236}">
                <a16:creationId xmlns:a16="http://schemas.microsoft.com/office/drawing/2014/main" id="{CFBB3FED-0799-D8CF-59F5-EE9A53B25691}"/>
              </a:ext>
            </a:extLst>
          </p:cNvPr>
          <p:cNvSpPr>
            <a:spLocks noGrp="1"/>
          </p:cNvSpPr>
          <p:nvPr>
            <p:ph idx="1"/>
          </p:nvPr>
        </p:nvSpPr>
        <p:spPr>
          <a:xfrm>
            <a:off x="555171" y="1298583"/>
            <a:ext cx="11081658" cy="4601474"/>
          </a:xfrm>
        </p:spPr>
        <p:txBody>
          <a:bodyPr>
            <a:normAutofit lnSpcReduction="10000"/>
          </a:bodyPr>
          <a:lstStyle/>
          <a:p>
            <a:pPr algn="just" fontAlgn="base"/>
            <a:r>
              <a:rPr lang="en-US" sz="2400" b="1" dirty="0"/>
              <a:t>User Management:</a:t>
            </a:r>
            <a:r>
              <a:rPr lang="en-US" sz="2400" dirty="0"/>
              <a:t> It consists of activities for the control and management over the identity life cycles.</a:t>
            </a:r>
          </a:p>
          <a:p>
            <a:pPr algn="just" fontAlgn="base"/>
            <a:r>
              <a:rPr lang="en-US" sz="2400" b="1" dirty="0"/>
              <a:t>Authentication Management: </a:t>
            </a:r>
            <a:r>
              <a:rPr lang="en-US" sz="2400" dirty="0"/>
              <a:t>It consists of activities for effectively controlling and managing the processes for determining which user is trying to access the services and whether those services are relevant to him or not.</a:t>
            </a:r>
          </a:p>
          <a:p>
            <a:pPr algn="just" fontAlgn="base"/>
            <a:r>
              <a:rPr lang="en-US" sz="2400" b="1" dirty="0"/>
              <a:t>Authorization Management:</a:t>
            </a:r>
            <a:r>
              <a:rPr lang="en-US" sz="2400" dirty="0"/>
              <a:t> It consists of activities for effectively controlling and managing the processes for determining which services are allowed to access according to the policies made by the administrator of the organization.</a:t>
            </a:r>
          </a:p>
          <a:p>
            <a:pPr algn="just" fontAlgn="base"/>
            <a:r>
              <a:rPr lang="en-US" sz="2400" b="1" dirty="0"/>
              <a:t>Access Management:</a:t>
            </a:r>
            <a:r>
              <a:rPr lang="en-US" sz="2400" dirty="0"/>
              <a:t> It is used in response to a request made by the user wanting to access the resources with the organization.</a:t>
            </a:r>
          </a:p>
          <a:p>
            <a:pPr marL="0" indent="0">
              <a:buNone/>
            </a:pPr>
            <a:endParaRPr lang="en-IN" dirty="0"/>
          </a:p>
        </p:txBody>
      </p:sp>
      <p:sp>
        <p:nvSpPr>
          <p:cNvPr id="2" name="Slide Number Placeholder 1">
            <a:extLst>
              <a:ext uri="{FF2B5EF4-FFF2-40B4-BE49-F238E27FC236}">
                <a16:creationId xmlns:a16="http://schemas.microsoft.com/office/drawing/2014/main" id="{FEAEA64F-D374-3A40-1304-9A46733A37F9}"/>
              </a:ext>
            </a:extLst>
          </p:cNvPr>
          <p:cNvSpPr>
            <a:spLocks noGrp="1"/>
          </p:cNvSpPr>
          <p:nvPr>
            <p:ph type="sldNum" sz="quarter" idx="12"/>
          </p:nvPr>
        </p:nvSpPr>
        <p:spPr/>
        <p:txBody>
          <a:bodyPr/>
          <a:lstStyle/>
          <a:p>
            <a:fld id="{CBABCCC1-BF11-4F37-963E-1BCD5B23FD72}" type="slidenum">
              <a:rPr lang="en-IN" smtClean="0"/>
              <a:pPr/>
              <a:t>4</a:t>
            </a:fld>
            <a:endParaRPr lang="en-IN"/>
          </a:p>
        </p:txBody>
      </p:sp>
    </p:spTree>
    <p:extLst>
      <p:ext uri="{BB962C8B-B14F-4D97-AF65-F5344CB8AC3E}">
        <p14:creationId xmlns:p14="http://schemas.microsoft.com/office/powerpoint/2010/main" val="1583773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A89699-9FA0-28D0-016E-9C5B3D6FC0F0}"/>
              </a:ext>
            </a:extLst>
          </p:cNvPr>
          <p:cNvSpPr>
            <a:spLocks noGrp="1"/>
          </p:cNvSpPr>
          <p:nvPr>
            <p:ph type="title"/>
          </p:nvPr>
        </p:nvSpPr>
        <p:spPr>
          <a:xfrm>
            <a:off x="1451578" y="342420"/>
            <a:ext cx="9603275" cy="1049235"/>
          </a:xfrm>
        </p:spPr>
        <p:txBody>
          <a:bodyPr/>
          <a:lstStyle/>
          <a:p>
            <a:pPr algn="ctr"/>
            <a:r>
              <a:rPr lang="en-US" b="1" dirty="0">
                <a:solidFill>
                  <a:srgbClr val="FF0000"/>
                </a:solidFill>
              </a:rPr>
              <a:t>Architecture of Identity Access Management</a:t>
            </a:r>
            <a:endParaRPr lang="en-IN" dirty="0"/>
          </a:p>
        </p:txBody>
      </p:sp>
      <p:sp>
        <p:nvSpPr>
          <p:cNvPr id="4" name="Content Placeholder 3">
            <a:extLst>
              <a:ext uri="{FF2B5EF4-FFF2-40B4-BE49-F238E27FC236}">
                <a16:creationId xmlns:a16="http://schemas.microsoft.com/office/drawing/2014/main" id="{8C1B6F81-7EC8-4B62-AB59-1134326BFFF6}"/>
              </a:ext>
            </a:extLst>
          </p:cNvPr>
          <p:cNvSpPr>
            <a:spLocks noGrp="1"/>
          </p:cNvSpPr>
          <p:nvPr>
            <p:ph idx="1"/>
          </p:nvPr>
        </p:nvSpPr>
        <p:spPr>
          <a:xfrm>
            <a:off x="544287" y="1391655"/>
            <a:ext cx="10510566" cy="4715231"/>
          </a:xfrm>
        </p:spPr>
        <p:txBody>
          <a:bodyPr>
            <a:normAutofit lnSpcReduction="10000"/>
          </a:bodyPr>
          <a:lstStyle/>
          <a:p>
            <a:pPr algn="just" fontAlgn="base"/>
            <a:r>
              <a:rPr lang="en-US" b="1" dirty="0"/>
              <a:t>Data Management and Provisioning: </a:t>
            </a:r>
            <a:r>
              <a:rPr lang="en-US" dirty="0"/>
              <a:t>The authorization of data and identity are carried towards the IT resource through automated or manual processes.</a:t>
            </a:r>
          </a:p>
          <a:p>
            <a:pPr algn="just" fontAlgn="base"/>
            <a:r>
              <a:rPr lang="en-US" b="1" dirty="0"/>
              <a:t>Monitoring and Auditing: </a:t>
            </a:r>
            <a:r>
              <a:rPr lang="en-US" dirty="0"/>
              <a:t>Based on the defined policies the monitoring, auditing, and reporting are done by the users regarding their access to resources within the organization.</a:t>
            </a:r>
          </a:p>
          <a:p>
            <a:pPr algn="just" fontAlgn="base"/>
            <a:r>
              <a:rPr lang="en-US" b="1" dirty="0"/>
              <a:t>Operational Activities of IAM:</a:t>
            </a:r>
            <a:r>
              <a:rPr lang="en-US" dirty="0"/>
              <a:t> In this process, we onboard the new users on the organization's system and application and provide them with necessary access to the services and data. Deprovisioning works completely opposite in that we delete or deactivate the identity of the user and de-relinquish all the privileges of the user.</a:t>
            </a:r>
          </a:p>
          <a:p>
            <a:pPr algn="just" fontAlgn="base"/>
            <a:r>
              <a:rPr lang="en-US" b="1" dirty="0"/>
              <a:t>Credential and Attribute Management: </a:t>
            </a:r>
            <a:r>
              <a:rPr lang="en-US" dirty="0"/>
              <a:t>Credentials are bound to an individual user and are verified during the authentication process. These processes generally include allotment of username, static or dynamic password, handling the password expiration, encryption management, and access policies of the user.</a:t>
            </a:r>
          </a:p>
          <a:p>
            <a:endParaRPr lang="en-IN" dirty="0"/>
          </a:p>
        </p:txBody>
      </p:sp>
      <p:sp>
        <p:nvSpPr>
          <p:cNvPr id="2" name="Slide Number Placeholder 1">
            <a:extLst>
              <a:ext uri="{FF2B5EF4-FFF2-40B4-BE49-F238E27FC236}">
                <a16:creationId xmlns:a16="http://schemas.microsoft.com/office/drawing/2014/main" id="{2689F175-CF52-E14B-9EBD-5610FB0CEB41}"/>
              </a:ext>
            </a:extLst>
          </p:cNvPr>
          <p:cNvSpPr>
            <a:spLocks noGrp="1"/>
          </p:cNvSpPr>
          <p:nvPr>
            <p:ph type="sldNum" sz="quarter" idx="12"/>
          </p:nvPr>
        </p:nvSpPr>
        <p:spPr/>
        <p:txBody>
          <a:bodyPr/>
          <a:lstStyle/>
          <a:p>
            <a:fld id="{CBABCCC1-BF11-4F37-963E-1BCD5B23FD72}" type="slidenum">
              <a:rPr lang="en-IN" smtClean="0"/>
              <a:pPr/>
              <a:t>5</a:t>
            </a:fld>
            <a:endParaRPr lang="en-IN"/>
          </a:p>
        </p:txBody>
      </p:sp>
    </p:spTree>
    <p:extLst>
      <p:ext uri="{BB962C8B-B14F-4D97-AF65-F5344CB8AC3E}">
        <p14:creationId xmlns:p14="http://schemas.microsoft.com/office/powerpoint/2010/main" val="207250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F47E0-E988-93A6-4333-D855E4E7F55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2A3094-9F52-4729-49A5-AFF4D3A1E649}"/>
              </a:ext>
            </a:extLst>
          </p:cNvPr>
          <p:cNvSpPr>
            <a:spLocks noGrp="1"/>
          </p:cNvSpPr>
          <p:nvPr>
            <p:ph type="title"/>
          </p:nvPr>
        </p:nvSpPr>
        <p:spPr>
          <a:xfrm>
            <a:off x="1451578" y="342420"/>
            <a:ext cx="9603275" cy="1049235"/>
          </a:xfrm>
        </p:spPr>
        <p:txBody>
          <a:bodyPr/>
          <a:lstStyle/>
          <a:p>
            <a:pPr algn="ctr"/>
            <a:r>
              <a:rPr lang="en-US" b="1" dirty="0">
                <a:solidFill>
                  <a:srgbClr val="FF0000"/>
                </a:solidFill>
              </a:rPr>
              <a:t>Architecture of Identity Access Management</a:t>
            </a:r>
            <a:endParaRPr lang="en-IN" dirty="0"/>
          </a:p>
        </p:txBody>
      </p:sp>
      <p:sp>
        <p:nvSpPr>
          <p:cNvPr id="4" name="Content Placeholder 3">
            <a:extLst>
              <a:ext uri="{FF2B5EF4-FFF2-40B4-BE49-F238E27FC236}">
                <a16:creationId xmlns:a16="http://schemas.microsoft.com/office/drawing/2014/main" id="{F1370506-A2D2-1024-F125-EB79FD86ED36}"/>
              </a:ext>
            </a:extLst>
          </p:cNvPr>
          <p:cNvSpPr>
            <a:spLocks noGrp="1"/>
          </p:cNvSpPr>
          <p:nvPr>
            <p:ph idx="1"/>
          </p:nvPr>
        </p:nvSpPr>
        <p:spPr>
          <a:xfrm>
            <a:off x="544286" y="1391655"/>
            <a:ext cx="11103427" cy="4813202"/>
          </a:xfrm>
        </p:spPr>
        <p:txBody>
          <a:bodyPr>
            <a:normAutofit fontScale="92500"/>
          </a:bodyPr>
          <a:lstStyle/>
          <a:p>
            <a:pPr algn="just" fontAlgn="base"/>
            <a:r>
              <a:rPr lang="en-US" sz="2400" b="1" dirty="0"/>
              <a:t>Entitlement Management: </a:t>
            </a:r>
            <a:r>
              <a:rPr lang="en-US" sz="2400" dirty="0"/>
              <a:t>These are also known as authorization policies in which we address the provisioning and de-provisioning of the privileges provided to the user for accessing the databases, applications, and systems. We provide only the required privileges to the users according to their roles. It can also be used for security purposes.</a:t>
            </a:r>
          </a:p>
          <a:p>
            <a:pPr algn="just" fontAlgn="base"/>
            <a:r>
              <a:rPr lang="en-US" sz="2400" b="1" dirty="0"/>
              <a:t>Identity Federation Management: </a:t>
            </a:r>
            <a:r>
              <a:rPr lang="en-US" sz="2400" dirty="0"/>
              <a:t>In this process, we manage the relationships beyond the internal networks of the organization that is among the different organizations. The federations are the associate of the organization that came together for exchanging information about the user's resources to enable collaboration and transactions.</a:t>
            </a:r>
          </a:p>
          <a:p>
            <a:pPr algn="just" fontAlgn="base"/>
            <a:r>
              <a:rPr lang="en-US" sz="2400" b="1" dirty="0"/>
              <a:t>Centralization of Authentication and Authorization: </a:t>
            </a:r>
            <a:r>
              <a:rPr lang="en-US" sz="2400" dirty="0"/>
              <a:t>It needs to be developed in order to build custom authentication and authorization features into their application, it also promotes the loose coupling architecture.</a:t>
            </a:r>
          </a:p>
          <a:p>
            <a:endParaRPr lang="en-IN" dirty="0"/>
          </a:p>
        </p:txBody>
      </p:sp>
      <p:sp>
        <p:nvSpPr>
          <p:cNvPr id="2" name="Slide Number Placeholder 1">
            <a:extLst>
              <a:ext uri="{FF2B5EF4-FFF2-40B4-BE49-F238E27FC236}">
                <a16:creationId xmlns:a16="http://schemas.microsoft.com/office/drawing/2014/main" id="{B38A8C9A-76EC-5C67-433A-EA4D23824B71}"/>
              </a:ext>
            </a:extLst>
          </p:cNvPr>
          <p:cNvSpPr>
            <a:spLocks noGrp="1"/>
          </p:cNvSpPr>
          <p:nvPr>
            <p:ph type="sldNum" sz="quarter" idx="12"/>
          </p:nvPr>
        </p:nvSpPr>
        <p:spPr/>
        <p:txBody>
          <a:bodyPr/>
          <a:lstStyle/>
          <a:p>
            <a:fld id="{CBABCCC1-BF11-4F37-963E-1BCD5B23FD72}" type="slidenum">
              <a:rPr lang="en-IN" smtClean="0"/>
              <a:pPr/>
              <a:t>6</a:t>
            </a:fld>
            <a:endParaRPr lang="en-IN"/>
          </a:p>
        </p:txBody>
      </p:sp>
    </p:spTree>
    <p:extLst>
      <p:ext uri="{BB962C8B-B14F-4D97-AF65-F5344CB8AC3E}">
        <p14:creationId xmlns:p14="http://schemas.microsoft.com/office/powerpoint/2010/main" val="81451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6D2FAE-EC95-B372-CDCE-34883063AD00}"/>
              </a:ext>
            </a:extLst>
          </p:cNvPr>
          <p:cNvSpPr>
            <a:spLocks noGrp="1"/>
          </p:cNvSpPr>
          <p:nvPr>
            <p:ph type="sldNum" sz="quarter" idx="12"/>
          </p:nvPr>
        </p:nvSpPr>
        <p:spPr/>
        <p:txBody>
          <a:bodyPr/>
          <a:lstStyle/>
          <a:p>
            <a:fld id="{CBABCCC1-BF11-4F37-963E-1BCD5B23FD72}" type="slidenum">
              <a:rPr lang="en-IN" smtClean="0"/>
              <a:pPr/>
              <a:t>7</a:t>
            </a:fld>
            <a:endParaRPr lang="en-IN"/>
          </a:p>
        </p:txBody>
      </p:sp>
      <p:pic>
        <p:nvPicPr>
          <p:cNvPr id="3074" name="Picture 2" descr="7 Common IAM Risks and How to Avoid Them">
            <a:extLst>
              <a:ext uri="{FF2B5EF4-FFF2-40B4-BE49-F238E27FC236}">
                <a16:creationId xmlns:a16="http://schemas.microsoft.com/office/drawing/2014/main" id="{9DC524F9-F9DD-8B26-190E-D969C22E80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0628" y="63283"/>
            <a:ext cx="11930743" cy="6694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8456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6945E7-F980-8F92-174A-92A6A66B4254}"/>
              </a:ext>
            </a:extLst>
          </p:cNvPr>
          <p:cNvSpPr>
            <a:spLocks noGrp="1"/>
          </p:cNvSpPr>
          <p:nvPr>
            <p:ph type="sldNum" sz="quarter" idx="12"/>
          </p:nvPr>
        </p:nvSpPr>
        <p:spPr/>
        <p:txBody>
          <a:bodyPr/>
          <a:lstStyle/>
          <a:p>
            <a:fld id="{CBABCCC1-BF11-4F37-963E-1BCD5B23FD72}" type="slidenum">
              <a:rPr lang="en-IN" smtClean="0"/>
              <a:pPr/>
              <a:t>8</a:t>
            </a:fld>
            <a:endParaRPr lang="en-IN"/>
          </a:p>
        </p:txBody>
      </p:sp>
      <p:pic>
        <p:nvPicPr>
          <p:cNvPr id="1026" name="Picture 2" descr="IAM Lifecycle">
            <a:extLst>
              <a:ext uri="{FF2B5EF4-FFF2-40B4-BE49-F238E27FC236}">
                <a16:creationId xmlns:a16="http://schemas.microsoft.com/office/drawing/2014/main" id="{2CAF912C-6B30-4966-3F4A-DC4012880E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128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298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9C5FD1-C6F4-2630-835A-50F983888FED}"/>
              </a:ext>
            </a:extLst>
          </p:cNvPr>
          <p:cNvSpPr>
            <a:spLocks noGrp="1"/>
          </p:cNvSpPr>
          <p:nvPr>
            <p:ph type="title"/>
          </p:nvPr>
        </p:nvSpPr>
        <p:spPr>
          <a:xfrm>
            <a:off x="1451578" y="342420"/>
            <a:ext cx="9603275" cy="1049235"/>
          </a:xfrm>
        </p:spPr>
        <p:txBody>
          <a:bodyPr/>
          <a:lstStyle/>
          <a:p>
            <a:pPr algn="ctr"/>
            <a:r>
              <a:rPr lang="en-US" b="1" dirty="0">
                <a:solidFill>
                  <a:srgbClr val="FF0000"/>
                </a:solidFill>
              </a:rPr>
              <a:t>Key Components of IAM Architecture</a:t>
            </a:r>
            <a:br>
              <a:rPr lang="en-US" b="1" dirty="0">
                <a:solidFill>
                  <a:srgbClr val="FF0000"/>
                </a:solidFill>
              </a:rPr>
            </a:br>
            <a:endParaRPr lang="en-IN" dirty="0">
              <a:solidFill>
                <a:srgbClr val="FF0000"/>
              </a:solidFill>
            </a:endParaRPr>
          </a:p>
        </p:txBody>
      </p:sp>
      <p:sp>
        <p:nvSpPr>
          <p:cNvPr id="4" name="Content Placeholder 3">
            <a:extLst>
              <a:ext uri="{FF2B5EF4-FFF2-40B4-BE49-F238E27FC236}">
                <a16:creationId xmlns:a16="http://schemas.microsoft.com/office/drawing/2014/main" id="{3F676A1D-4303-21FF-A2C3-A31EBA790015}"/>
              </a:ext>
            </a:extLst>
          </p:cNvPr>
          <p:cNvSpPr>
            <a:spLocks noGrp="1"/>
          </p:cNvSpPr>
          <p:nvPr>
            <p:ph idx="1"/>
          </p:nvPr>
        </p:nvSpPr>
        <p:spPr>
          <a:xfrm>
            <a:off x="609601" y="1046904"/>
            <a:ext cx="10994570" cy="4885810"/>
          </a:xfrm>
        </p:spPr>
        <p:txBody>
          <a:bodyPr/>
          <a:lstStyle/>
          <a:p>
            <a:pPr algn="just"/>
            <a:r>
              <a:rPr lang="en-US" sz="2400" dirty="0"/>
              <a:t>Identity and Access Management (IAM) in cloud computing helps control who can use cloud resources and what they can do. It has several important parts working together to keep everything safe and organized:</a:t>
            </a:r>
          </a:p>
          <a:p>
            <a:pPr algn="just" fontAlgn="base"/>
            <a:r>
              <a:rPr lang="en-US" sz="2400" b="1" dirty="0"/>
              <a:t>Identity Management</a:t>
            </a:r>
          </a:p>
          <a:p>
            <a:pPr algn="just" fontAlgn="base"/>
            <a:r>
              <a:rPr lang="en-US" sz="2400" dirty="0"/>
              <a:t>This is like creating a digital ID card for every user, device, or app. Each identity is unique and helps the system know who is trying to access cloud resources. Companies store this information in directories (like a phonebook) and update it when people join, leave, or change roles. Sometimes, with federated identity, one login can work across different apps or organizations so you don’t need multiple passwords.</a:t>
            </a:r>
          </a:p>
          <a:p>
            <a:endParaRPr lang="en-IN" dirty="0"/>
          </a:p>
        </p:txBody>
      </p:sp>
      <p:sp>
        <p:nvSpPr>
          <p:cNvPr id="2" name="Slide Number Placeholder 1">
            <a:extLst>
              <a:ext uri="{FF2B5EF4-FFF2-40B4-BE49-F238E27FC236}">
                <a16:creationId xmlns:a16="http://schemas.microsoft.com/office/drawing/2014/main" id="{EC474C88-CD9D-8D1B-FA88-BBDB572EDF59}"/>
              </a:ext>
            </a:extLst>
          </p:cNvPr>
          <p:cNvSpPr>
            <a:spLocks noGrp="1"/>
          </p:cNvSpPr>
          <p:nvPr>
            <p:ph type="sldNum" sz="quarter" idx="12"/>
          </p:nvPr>
        </p:nvSpPr>
        <p:spPr/>
        <p:txBody>
          <a:bodyPr/>
          <a:lstStyle/>
          <a:p>
            <a:fld id="{CBABCCC1-BF11-4F37-963E-1BCD5B23FD72}" type="slidenum">
              <a:rPr lang="en-IN" smtClean="0"/>
              <a:pPr/>
              <a:t>9</a:t>
            </a:fld>
            <a:endParaRPr lang="en-IN"/>
          </a:p>
        </p:txBody>
      </p:sp>
    </p:spTree>
    <p:extLst>
      <p:ext uri="{BB962C8B-B14F-4D97-AF65-F5344CB8AC3E}">
        <p14:creationId xmlns:p14="http://schemas.microsoft.com/office/powerpoint/2010/main" val="171152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346F9-22B9-0A9F-A90E-38351E9561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64B387-BA2E-E625-4D00-335840862CD7}"/>
              </a:ext>
            </a:extLst>
          </p:cNvPr>
          <p:cNvSpPr>
            <a:spLocks noGrp="1"/>
          </p:cNvSpPr>
          <p:nvPr>
            <p:ph type="title"/>
          </p:nvPr>
        </p:nvSpPr>
        <p:spPr>
          <a:xfrm>
            <a:off x="1451578" y="342420"/>
            <a:ext cx="9603275" cy="1049235"/>
          </a:xfrm>
        </p:spPr>
        <p:txBody>
          <a:bodyPr/>
          <a:lstStyle/>
          <a:p>
            <a:pPr algn="ctr"/>
            <a:r>
              <a:rPr lang="en-US" b="1" dirty="0">
                <a:solidFill>
                  <a:srgbClr val="FF0000"/>
                </a:solidFill>
              </a:rPr>
              <a:t>Key Components of IAM Architecture</a:t>
            </a:r>
            <a:br>
              <a:rPr lang="en-US" b="1" dirty="0">
                <a:solidFill>
                  <a:srgbClr val="FF0000"/>
                </a:solidFill>
              </a:rPr>
            </a:br>
            <a:endParaRPr lang="en-IN" dirty="0">
              <a:solidFill>
                <a:srgbClr val="FF0000"/>
              </a:solidFill>
            </a:endParaRPr>
          </a:p>
        </p:txBody>
      </p:sp>
      <p:sp>
        <p:nvSpPr>
          <p:cNvPr id="4" name="Content Placeholder 3">
            <a:extLst>
              <a:ext uri="{FF2B5EF4-FFF2-40B4-BE49-F238E27FC236}">
                <a16:creationId xmlns:a16="http://schemas.microsoft.com/office/drawing/2014/main" id="{2B248797-1691-FCF1-CBD6-07F1CBB39B12}"/>
              </a:ext>
            </a:extLst>
          </p:cNvPr>
          <p:cNvSpPr>
            <a:spLocks noGrp="1"/>
          </p:cNvSpPr>
          <p:nvPr>
            <p:ph idx="1"/>
          </p:nvPr>
        </p:nvSpPr>
        <p:spPr>
          <a:xfrm>
            <a:off x="609601" y="1046904"/>
            <a:ext cx="10994570" cy="4885810"/>
          </a:xfrm>
        </p:spPr>
        <p:txBody>
          <a:bodyPr>
            <a:normAutofit lnSpcReduction="10000"/>
          </a:bodyPr>
          <a:lstStyle/>
          <a:p>
            <a:pPr algn="just" fontAlgn="base"/>
            <a:r>
              <a:rPr lang="en-US" sz="2400" b="1" dirty="0"/>
              <a:t>Authentication</a:t>
            </a:r>
          </a:p>
          <a:p>
            <a:pPr algn="just" fontAlgn="base"/>
            <a:r>
              <a:rPr lang="en-US" sz="2400" dirty="0"/>
              <a:t>This step is about proving who you are. The system checks your identity before letting you in. Common methods include:</a:t>
            </a:r>
          </a:p>
          <a:p>
            <a:pPr algn="just" fontAlgn="base"/>
            <a:r>
              <a:rPr lang="en-US" sz="2400" b="1" dirty="0"/>
              <a:t>Single Sign-On (SSO):</a:t>
            </a:r>
            <a:r>
              <a:rPr lang="en-US" sz="2400" dirty="0"/>
              <a:t> Log in once and access many apps without logging in again.</a:t>
            </a:r>
          </a:p>
          <a:p>
            <a:pPr algn="just" fontAlgn="base"/>
            <a:r>
              <a:rPr lang="en-US" sz="2400" b="1" dirty="0"/>
              <a:t>Multi-Factor Authentication (MFA):</a:t>
            </a:r>
            <a:r>
              <a:rPr lang="en-US" sz="2400" dirty="0"/>
              <a:t> You enter a password plus another verification like a code sent to your phone or fingerprint.</a:t>
            </a:r>
          </a:p>
          <a:p>
            <a:pPr algn="just" fontAlgn="base"/>
            <a:r>
              <a:rPr lang="en-US" sz="2400" b="1" dirty="0"/>
              <a:t>Password-less Authentication:</a:t>
            </a:r>
            <a:r>
              <a:rPr lang="en-US" sz="2400" dirty="0"/>
              <a:t> Uses things like biometrics or security keys instead of passwords.</a:t>
            </a:r>
          </a:p>
          <a:p>
            <a:pPr algn="just" fontAlgn="base"/>
            <a:r>
              <a:rPr lang="en-US" sz="2400" b="1" dirty="0"/>
              <a:t>Adaptive Authentication:</a:t>
            </a:r>
            <a:r>
              <a:rPr lang="en-US" sz="2400" dirty="0"/>
              <a:t> Changes how strict the check is depending on risk. For example, if you log in from a new device or location.</a:t>
            </a:r>
          </a:p>
          <a:p>
            <a:endParaRPr lang="en-IN" dirty="0"/>
          </a:p>
        </p:txBody>
      </p:sp>
      <p:sp>
        <p:nvSpPr>
          <p:cNvPr id="2" name="Slide Number Placeholder 1">
            <a:extLst>
              <a:ext uri="{FF2B5EF4-FFF2-40B4-BE49-F238E27FC236}">
                <a16:creationId xmlns:a16="http://schemas.microsoft.com/office/drawing/2014/main" id="{4AC9DCE2-9FCB-7002-3629-33C4F3BDC34E}"/>
              </a:ext>
            </a:extLst>
          </p:cNvPr>
          <p:cNvSpPr>
            <a:spLocks noGrp="1"/>
          </p:cNvSpPr>
          <p:nvPr>
            <p:ph type="sldNum" sz="quarter" idx="12"/>
          </p:nvPr>
        </p:nvSpPr>
        <p:spPr/>
        <p:txBody>
          <a:bodyPr/>
          <a:lstStyle/>
          <a:p>
            <a:fld id="{CBABCCC1-BF11-4F37-963E-1BCD5B23FD72}" type="slidenum">
              <a:rPr lang="en-IN" smtClean="0"/>
              <a:pPr/>
              <a:t>10</a:t>
            </a:fld>
            <a:endParaRPr lang="en-IN"/>
          </a:p>
        </p:txBody>
      </p:sp>
    </p:spTree>
    <p:extLst>
      <p:ext uri="{BB962C8B-B14F-4D97-AF65-F5344CB8AC3E}">
        <p14:creationId xmlns:p14="http://schemas.microsoft.com/office/powerpoint/2010/main" val="3182929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E7D15-9A54-8872-6AC2-3B931F1B06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14F92D-03B9-F944-6F84-07807161DB7A}"/>
              </a:ext>
            </a:extLst>
          </p:cNvPr>
          <p:cNvSpPr>
            <a:spLocks noGrp="1"/>
          </p:cNvSpPr>
          <p:nvPr>
            <p:ph type="title"/>
          </p:nvPr>
        </p:nvSpPr>
        <p:spPr>
          <a:xfrm>
            <a:off x="1451578" y="342420"/>
            <a:ext cx="9603275" cy="1049235"/>
          </a:xfrm>
        </p:spPr>
        <p:txBody>
          <a:bodyPr/>
          <a:lstStyle/>
          <a:p>
            <a:pPr algn="ctr"/>
            <a:r>
              <a:rPr lang="en-US" b="1" dirty="0">
                <a:solidFill>
                  <a:srgbClr val="FF0000"/>
                </a:solidFill>
              </a:rPr>
              <a:t>Key Components of IAM Architecture</a:t>
            </a:r>
            <a:br>
              <a:rPr lang="en-US" b="1" dirty="0">
                <a:solidFill>
                  <a:srgbClr val="FF0000"/>
                </a:solidFill>
              </a:rPr>
            </a:br>
            <a:endParaRPr lang="en-IN" dirty="0">
              <a:solidFill>
                <a:srgbClr val="FF0000"/>
              </a:solidFill>
            </a:endParaRPr>
          </a:p>
        </p:txBody>
      </p:sp>
      <p:sp>
        <p:nvSpPr>
          <p:cNvPr id="4" name="Content Placeholder 3">
            <a:extLst>
              <a:ext uri="{FF2B5EF4-FFF2-40B4-BE49-F238E27FC236}">
                <a16:creationId xmlns:a16="http://schemas.microsoft.com/office/drawing/2014/main" id="{83C91352-EFB4-70FB-9AFC-CAB0C4238A90}"/>
              </a:ext>
            </a:extLst>
          </p:cNvPr>
          <p:cNvSpPr>
            <a:spLocks noGrp="1"/>
          </p:cNvSpPr>
          <p:nvPr>
            <p:ph idx="1"/>
          </p:nvPr>
        </p:nvSpPr>
        <p:spPr>
          <a:xfrm>
            <a:off x="609601" y="1046903"/>
            <a:ext cx="10994570" cy="4962011"/>
          </a:xfrm>
        </p:spPr>
        <p:txBody>
          <a:bodyPr/>
          <a:lstStyle/>
          <a:p>
            <a:pPr algn="just"/>
            <a:r>
              <a:rPr lang="en-US" sz="2400" b="1" dirty="0"/>
              <a:t>Authorization and Permission Controls</a:t>
            </a:r>
          </a:p>
          <a:p>
            <a:pPr algn="just"/>
            <a:r>
              <a:rPr lang="en-US" sz="2400" dirty="0"/>
              <a:t>After proving who you are, IAM decides what you can do. This is called authorization. You can use Role-Based Access Control (RBAC) and provide permissions based on your job like "manager" and "developer".</a:t>
            </a:r>
          </a:p>
          <a:p>
            <a:pPr algn="just" fontAlgn="base"/>
            <a:r>
              <a:rPr lang="en-US" sz="2400" b="1" dirty="0"/>
              <a:t> Access Policies</a:t>
            </a:r>
          </a:p>
          <a:p>
            <a:pPr algn="just" fontAlgn="base"/>
            <a:r>
              <a:rPr lang="en-US" sz="2400" dirty="0"/>
              <a:t>These are rules that say who can do what and when. For example, a policy might say "only HR staff can view employee records" or "access is only allowed during work hours". A key idea is least privilege access, which means users only get the minimum permissions they need to do their jobs.</a:t>
            </a:r>
          </a:p>
        </p:txBody>
      </p:sp>
      <p:sp>
        <p:nvSpPr>
          <p:cNvPr id="2" name="Slide Number Placeholder 1">
            <a:extLst>
              <a:ext uri="{FF2B5EF4-FFF2-40B4-BE49-F238E27FC236}">
                <a16:creationId xmlns:a16="http://schemas.microsoft.com/office/drawing/2014/main" id="{5638A521-E9B3-D795-68EF-973FE0FAB817}"/>
              </a:ext>
            </a:extLst>
          </p:cNvPr>
          <p:cNvSpPr>
            <a:spLocks noGrp="1"/>
          </p:cNvSpPr>
          <p:nvPr>
            <p:ph type="sldNum" sz="quarter" idx="12"/>
          </p:nvPr>
        </p:nvSpPr>
        <p:spPr/>
        <p:txBody>
          <a:bodyPr/>
          <a:lstStyle/>
          <a:p>
            <a:fld id="{CBABCCC1-BF11-4F37-963E-1BCD5B23FD72}" type="slidenum">
              <a:rPr lang="en-IN" smtClean="0"/>
              <a:pPr/>
              <a:t>11</a:t>
            </a:fld>
            <a:endParaRPr lang="en-IN"/>
          </a:p>
        </p:txBody>
      </p:sp>
    </p:spTree>
    <p:extLst>
      <p:ext uri="{BB962C8B-B14F-4D97-AF65-F5344CB8AC3E}">
        <p14:creationId xmlns:p14="http://schemas.microsoft.com/office/powerpoint/2010/main" val="130698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F940D-C1F6-780D-3924-F6D6A04F76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04606AC-A822-ACCA-6D0F-FB06FA4A1644}"/>
              </a:ext>
            </a:extLst>
          </p:cNvPr>
          <p:cNvSpPr>
            <a:spLocks noGrp="1"/>
          </p:cNvSpPr>
          <p:nvPr>
            <p:ph type="title"/>
          </p:nvPr>
        </p:nvSpPr>
        <p:spPr>
          <a:xfrm>
            <a:off x="1451578" y="342420"/>
            <a:ext cx="9603275" cy="1049235"/>
          </a:xfrm>
        </p:spPr>
        <p:txBody>
          <a:bodyPr/>
          <a:lstStyle/>
          <a:p>
            <a:pPr algn="ctr"/>
            <a:r>
              <a:rPr lang="en-US" b="1" dirty="0">
                <a:solidFill>
                  <a:srgbClr val="FF0000"/>
                </a:solidFill>
              </a:rPr>
              <a:t>Key Components of IAM Architecture</a:t>
            </a:r>
            <a:br>
              <a:rPr lang="en-US" b="1" dirty="0">
                <a:solidFill>
                  <a:srgbClr val="FF0000"/>
                </a:solidFill>
              </a:rPr>
            </a:br>
            <a:endParaRPr lang="en-IN" dirty="0">
              <a:solidFill>
                <a:srgbClr val="FF0000"/>
              </a:solidFill>
            </a:endParaRPr>
          </a:p>
        </p:txBody>
      </p:sp>
      <p:sp>
        <p:nvSpPr>
          <p:cNvPr id="4" name="Content Placeholder 3">
            <a:extLst>
              <a:ext uri="{FF2B5EF4-FFF2-40B4-BE49-F238E27FC236}">
                <a16:creationId xmlns:a16="http://schemas.microsoft.com/office/drawing/2014/main" id="{1A09C6E6-D124-CDD5-B866-AE0C9A1DE004}"/>
              </a:ext>
            </a:extLst>
          </p:cNvPr>
          <p:cNvSpPr>
            <a:spLocks noGrp="1"/>
          </p:cNvSpPr>
          <p:nvPr>
            <p:ph idx="1"/>
          </p:nvPr>
        </p:nvSpPr>
        <p:spPr>
          <a:xfrm>
            <a:off x="609601" y="1046903"/>
            <a:ext cx="10994570" cy="5081753"/>
          </a:xfrm>
        </p:spPr>
        <p:txBody>
          <a:bodyPr>
            <a:normAutofit lnSpcReduction="10000"/>
          </a:bodyPr>
          <a:lstStyle/>
          <a:p>
            <a:pPr algn="just" fontAlgn="base"/>
            <a:r>
              <a:rPr lang="en-US" sz="2400" b="1" dirty="0"/>
              <a:t>Monitoring and Auditing</a:t>
            </a:r>
          </a:p>
          <a:p>
            <a:pPr algn="just" fontAlgn="base"/>
            <a:r>
              <a:rPr lang="en-US" sz="2400" dirty="0"/>
              <a:t>IAM systems keep a close eye on who is accessing what. They log every login, failed attempt, and any changes in permissions. Regular checks (audits) help find and remove unnecessary access. Advanced systems use AI to spot suspicious activities like someone logging in from two different countries within minutes and alert security teams right away.</a:t>
            </a:r>
          </a:p>
          <a:p>
            <a:pPr algn="just" fontAlgn="base"/>
            <a:r>
              <a:rPr lang="en-US" sz="2400" b="1" dirty="0"/>
              <a:t>Integration with Cloud Services</a:t>
            </a:r>
          </a:p>
          <a:p>
            <a:pPr algn="just" fontAlgn="base"/>
            <a:r>
              <a:rPr lang="en-US" sz="2400" dirty="0"/>
              <a:t>IAM connects smoothly with cloud platforms and apps you use every day. It allows you to use one identity to access many cloud services, whether your company uses one cloud or many (multi-cloud). This integration also supports federated identity, so you don’t have to remember many passwords for different services.</a:t>
            </a:r>
          </a:p>
          <a:p>
            <a:pPr algn="just"/>
            <a:endParaRPr lang="en-IN" dirty="0"/>
          </a:p>
        </p:txBody>
      </p:sp>
      <p:sp>
        <p:nvSpPr>
          <p:cNvPr id="2" name="Slide Number Placeholder 1">
            <a:extLst>
              <a:ext uri="{FF2B5EF4-FFF2-40B4-BE49-F238E27FC236}">
                <a16:creationId xmlns:a16="http://schemas.microsoft.com/office/drawing/2014/main" id="{8B2D534E-F092-E9F3-C203-BF4D55135AC2}"/>
              </a:ext>
            </a:extLst>
          </p:cNvPr>
          <p:cNvSpPr>
            <a:spLocks noGrp="1"/>
          </p:cNvSpPr>
          <p:nvPr>
            <p:ph type="sldNum" sz="quarter" idx="12"/>
          </p:nvPr>
        </p:nvSpPr>
        <p:spPr/>
        <p:txBody>
          <a:bodyPr/>
          <a:lstStyle/>
          <a:p>
            <a:fld id="{CBABCCC1-BF11-4F37-963E-1BCD5B23FD72}" type="slidenum">
              <a:rPr lang="en-IN" smtClean="0"/>
              <a:pPr/>
              <a:t>12</a:t>
            </a:fld>
            <a:endParaRPr lang="en-IN"/>
          </a:p>
        </p:txBody>
      </p:sp>
    </p:spTree>
    <p:extLst>
      <p:ext uri="{BB962C8B-B14F-4D97-AF65-F5344CB8AC3E}">
        <p14:creationId xmlns:p14="http://schemas.microsoft.com/office/powerpoint/2010/main" val="3677565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6C4FF4-A2C0-5F63-7BB0-0755BAFF79E0}"/>
              </a:ext>
            </a:extLst>
          </p:cNvPr>
          <p:cNvSpPr>
            <a:spLocks noGrp="1"/>
          </p:cNvSpPr>
          <p:nvPr>
            <p:ph type="title"/>
          </p:nvPr>
        </p:nvSpPr>
        <p:spPr>
          <a:xfrm>
            <a:off x="1451579" y="342420"/>
            <a:ext cx="9603275" cy="1049235"/>
          </a:xfrm>
        </p:spPr>
        <p:txBody>
          <a:bodyPr/>
          <a:lstStyle/>
          <a:p>
            <a:pPr algn="ctr"/>
            <a:r>
              <a:rPr lang="en-US" b="1" dirty="0">
                <a:solidFill>
                  <a:srgbClr val="FF0000"/>
                </a:solidFill>
              </a:rPr>
              <a:t>Core Components of AWS IAM</a:t>
            </a:r>
            <a:br>
              <a:rPr lang="en-US" b="1" dirty="0"/>
            </a:br>
            <a:endParaRPr lang="en-IN" dirty="0"/>
          </a:p>
        </p:txBody>
      </p:sp>
      <p:sp>
        <p:nvSpPr>
          <p:cNvPr id="4" name="Content Placeholder 3">
            <a:extLst>
              <a:ext uri="{FF2B5EF4-FFF2-40B4-BE49-F238E27FC236}">
                <a16:creationId xmlns:a16="http://schemas.microsoft.com/office/drawing/2014/main" id="{74294403-F339-1618-017F-375FCEC62524}"/>
              </a:ext>
            </a:extLst>
          </p:cNvPr>
          <p:cNvSpPr>
            <a:spLocks noGrp="1"/>
          </p:cNvSpPr>
          <p:nvPr>
            <p:ph idx="1"/>
          </p:nvPr>
        </p:nvSpPr>
        <p:spPr>
          <a:xfrm>
            <a:off x="566058" y="1101332"/>
            <a:ext cx="11027228" cy="5049097"/>
          </a:xfrm>
        </p:spPr>
        <p:txBody>
          <a:bodyPr>
            <a:normAutofit fontScale="92500" lnSpcReduction="10000"/>
          </a:bodyPr>
          <a:lstStyle/>
          <a:p>
            <a:pPr algn="just" fontAlgn="base"/>
            <a:r>
              <a:rPr lang="en-US" sz="2400" b="1" dirty="0"/>
              <a:t>IAM Users</a:t>
            </a:r>
          </a:p>
          <a:p>
            <a:pPr algn="just" fontAlgn="base"/>
            <a:r>
              <a:rPr lang="en-US" sz="2400" dirty="0"/>
              <a:t>IAM Users represent individual people or applications requiring long-term access to AWS.</a:t>
            </a:r>
          </a:p>
          <a:p>
            <a:pPr algn="just" fontAlgn="base"/>
            <a:r>
              <a:rPr lang="en-US" sz="2400" dirty="0"/>
              <a:t>Have permanent credentials (passwords and access keys)</a:t>
            </a:r>
          </a:p>
          <a:p>
            <a:pPr algn="just" fontAlgn="base"/>
            <a:r>
              <a:rPr lang="en-US" sz="2400" dirty="0"/>
              <a:t>Used for console, CLI, or API access</a:t>
            </a:r>
          </a:p>
          <a:p>
            <a:pPr algn="just" fontAlgn="base"/>
            <a:r>
              <a:rPr lang="en-US" sz="2400" dirty="0"/>
              <a:t>Best managed through groups, not individually</a:t>
            </a:r>
          </a:p>
          <a:p>
            <a:pPr algn="just" fontAlgn="base"/>
            <a:r>
              <a:rPr lang="en-US" sz="2400" b="1" dirty="0"/>
              <a:t>IAM Groups</a:t>
            </a:r>
          </a:p>
          <a:p>
            <a:pPr algn="just" fontAlgn="base"/>
            <a:r>
              <a:rPr lang="en-US" sz="2400" dirty="0"/>
              <a:t>IAM Groups are collections of users that simplify permission management.</a:t>
            </a:r>
          </a:p>
          <a:p>
            <a:pPr algn="just" fontAlgn="base"/>
            <a:r>
              <a:rPr lang="en-US" sz="2400" dirty="0"/>
              <a:t>Permissions are assigned once at the group level</a:t>
            </a:r>
          </a:p>
          <a:p>
            <a:pPr algn="just" fontAlgn="base"/>
            <a:r>
              <a:rPr lang="en-US" sz="2400" dirty="0"/>
              <a:t>Users inherit permissions automatically</a:t>
            </a:r>
          </a:p>
          <a:p>
            <a:pPr algn="just" fontAlgn="base"/>
            <a:r>
              <a:rPr lang="en-US" sz="2400" dirty="0"/>
              <a:t>Reduces administrative errors and improves scalability</a:t>
            </a:r>
          </a:p>
          <a:p>
            <a:endParaRPr lang="en-IN" dirty="0"/>
          </a:p>
        </p:txBody>
      </p:sp>
      <p:sp>
        <p:nvSpPr>
          <p:cNvPr id="2" name="Slide Number Placeholder 1">
            <a:extLst>
              <a:ext uri="{FF2B5EF4-FFF2-40B4-BE49-F238E27FC236}">
                <a16:creationId xmlns:a16="http://schemas.microsoft.com/office/drawing/2014/main" id="{91EF2D0D-449C-B2F6-7217-485AFB77B62F}"/>
              </a:ext>
            </a:extLst>
          </p:cNvPr>
          <p:cNvSpPr>
            <a:spLocks noGrp="1"/>
          </p:cNvSpPr>
          <p:nvPr>
            <p:ph type="sldNum" sz="quarter" idx="12"/>
          </p:nvPr>
        </p:nvSpPr>
        <p:spPr/>
        <p:txBody>
          <a:bodyPr/>
          <a:lstStyle/>
          <a:p>
            <a:fld id="{CBABCCC1-BF11-4F37-963E-1BCD5B23FD72}" type="slidenum">
              <a:rPr lang="en-IN" smtClean="0"/>
              <a:pPr/>
              <a:t>13</a:t>
            </a:fld>
            <a:endParaRPr lang="en-IN"/>
          </a:p>
        </p:txBody>
      </p:sp>
    </p:spTree>
    <p:extLst>
      <p:ext uri="{BB962C8B-B14F-4D97-AF65-F5344CB8AC3E}">
        <p14:creationId xmlns:p14="http://schemas.microsoft.com/office/powerpoint/2010/main" val="3019869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87DD8-0EC2-4518-7937-C9A69546CF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FDC5C0-0322-C1F6-2BF0-70344DA2B5BC}"/>
              </a:ext>
            </a:extLst>
          </p:cNvPr>
          <p:cNvSpPr>
            <a:spLocks noGrp="1"/>
          </p:cNvSpPr>
          <p:nvPr>
            <p:ph type="title"/>
          </p:nvPr>
        </p:nvSpPr>
        <p:spPr>
          <a:xfrm>
            <a:off x="1451579" y="342420"/>
            <a:ext cx="9603275" cy="1049235"/>
          </a:xfrm>
        </p:spPr>
        <p:txBody>
          <a:bodyPr/>
          <a:lstStyle/>
          <a:p>
            <a:pPr algn="ctr"/>
            <a:r>
              <a:rPr lang="en-US" b="1" dirty="0">
                <a:solidFill>
                  <a:srgbClr val="FF0000"/>
                </a:solidFill>
              </a:rPr>
              <a:t>Core Components of AWS IAM</a:t>
            </a:r>
            <a:br>
              <a:rPr lang="en-US" b="1" dirty="0"/>
            </a:br>
            <a:endParaRPr lang="en-IN" dirty="0"/>
          </a:p>
        </p:txBody>
      </p:sp>
      <p:sp>
        <p:nvSpPr>
          <p:cNvPr id="4" name="Content Placeholder 3">
            <a:extLst>
              <a:ext uri="{FF2B5EF4-FFF2-40B4-BE49-F238E27FC236}">
                <a16:creationId xmlns:a16="http://schemas.microsoft.com/office/drawing/2014/main" id="{53ABDFB9-1085-DE3F-56A5-F53C110173BB}"/>
              </a:ext>
            </a:extLst>
          </p:cNvPr>
          <p:cNvSpPr>
            <a:spLocks noGrp="1"/>
          </p:cNvSpPr>
          <p:nvPr>
            <p:ph idx="1"/>
          </p:nvPr>
        </p:nvSpPr>
        <p:spPr>
          <a:xfrm>
            <a:off x="566058" y="1101332"/>
            <a:ext cx="11027228" cy="5049097"/>
          </a:xfrm>
        </p:spPr>
        <p:txBody>
          <a:bodyPr>
            <a:normAutofit/>
          </a:bodyPr>
          <a:lstStyle/>
          <a:p>
            <a:pPr algn="just" fontAlgn="base"/>
            <a:r>
              <a:rPr lang="en-US" sz="2400" b="1" dirty="0"/>
              <a:t>IAM Roles</a:t>
            </a:r>
          </a:p>
          <a:p>
            <a:pPr algn="just" fontAlgn="base"/>
            <a:r>
              <a:rPr lang="en-US" sz="2400" dirty="0"/>
              <a:t>IAM Roles provide temporary permissions to trusted entities without using long-term credentials.</a:t>
            </a:r>
          </a:p>
          <a:p>
            <a:pPr algn="just" fontAlgn="base"/>
            <a:r>
              <a:rPr lang="en-US" sz="2400" dirty="0"/>
              <a:t>No passwords or access keys</a:t>
            </a:r>
          </a:p>
          <a:p>
            <a:pPr algn="just" fontAlgn="base"/>
            <a:r>
              <a:rPr lang="en-US" sz="2400" dirty="0"/>
              <a:t>Uses temporary, auto-rotated credentials</a:t>
            </a:r>
          </a:p>
          <a:p>
            <a:pPr algn="just" fontAlgn="base"/>
            <a:r>
              <a:rPr lang="en-US" sz="2400" dirty="0"/>
              <a:t>Ideal for AWS services and cross-account access</a:t>
            </a:r>
          </a:p>
          <a:p>
            <a:pPr algn="just" fontAlgn="base"/>
            <a:r>
              <a:rPr lang="en-US" sz="2400" dirty="0"/>
              <a:t>Most secure method for application permissions</a:t>
            </a:r>
          </a:p>
          <a:p>
            <a:endParaRPr lang="en-IN" dirty="0"/>
          </a:p>
        </p:txBody>
      </p:sp>
      <p:sp>
        <p:nvSpPr>
          <p:cNvPr id="2" name="Slide Number Placeholder 1">
            <a:extLst>
              <a:ext uri="{FF2B5EF4-FFF2-40B4-BE49-F238E27FC236}">
                <a16:creationId xmlns:a16="http://schemas.microsoft.com/office/drawing/2014/main" id="{2C44EF40-383F-767C-63E1-75A970307438}"/>
              </a:ext>
            </a:extLst>
          </p:cNvPr>
          <p:cNvSpPr>
            <a:spLocks noGrp="1"/>
          </p:cNvSpPr>
          <p:nvPr>
            <p:ph type="sldNum" sz="quarter" idx="12"/>
          </p:nvPr>
        </p:nvSpPr>
        <p:spPr/>
        <p:txBody>
          <a:bodyPr/>
          <a:lstStyle/>
          <a:p>
            <a:fld id="{CBABCCC1-BF11-4F37-963E-1BCD5B23FD72}" type="slidenum">
              <a:rPr lang="en-IN" smtClean="0"/>
              <a:pPr/>
              <a:t>14</a:t>
            </a:fld>
            <a:endParaRPr lang="en-IN"/>
          </a:p>
        </p:txBody>
      </p:sp>
    </p:spTree>
    <p:extLst>
      <p:ext uri="{BB962C8B-B14F-4D97-AF65-F5344CB8AC3E}">
        <p14:creationId xmlns:p14="http://schemas.microsoft.com/office/powerpoint/2010/main" val="1264693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6CDB51-A579-75EB-16CD-CD4A54CEE968}"/>
              </a:ext>
            </a:extLst>
          </p:cNvPr>
          <p:cNvSpPr>
            <a:spLocks noGrp="1"/>
          </p:cNvSpPr>
          <p:nvPr>
            <p:ph type="sldNum" sz="quarter" idx="12"/>
          </p:nvPr>
        </p:nvSpPr>
        <p:spPr/>
        <p:txBody>
          <a:bodyPr/>
          <a:lstStyle/>
          <a:p>
            <a:fld id="{CBABCCC1-BF11-4F37-963E-1BCD5B23FD72}" type="slidenum">
              <a:rPr lang="en-IN" smtClean="0"/>
              <a:pPr/>
              <a:t>15</a:t>
            </a:fld>
            <a:endParaRPr lang="en-IN"/>
          </a:p>
        </p:txBody>
      </p:sp>
      <p:pic>
        <p:nvPicPr>
          <p:cNvPr id="4" name="Picture 3">
            <a:extLst>
              <a:ext uri="{FF2B5EF4-FFF2-40B4-BE49-F238E27FC236}">
                <a16:creationId xmlns:a16="http://schemas.microsoft.com/office/drawing/2014/main" id="{66ABC246-B848-5B44-BC91-EE6C261EA23F}"/>
              </a:ext>
            </a:extLst>
          </p:cNvPr>
          <p:cNvPicPr>
            <a:picLocks noChangeAspect="1"/>
          </p:cNvPicPr>
          <p:nvPr/>
        </p:nvPicPr>
        <p:blipFill>
          <a:blip r:embed="rId2"/>
          <a:stretch>
            <a:fillRect/>
          </a:stretch>
        </p:blipFill>
        <p:spPr>
          <a:xfrm>
            <a:off x="-1" y="738464"/>
            <a:ext cx="12192000" cy="5381071"/>
          </a:xfrm>
          <a:prstGeom prst="rect">
            <a:avLst/>
          </a:prstGeom>
        </p:spPr>
      </p:pic>
    </p:spTree>
    <p:extLst>
      <p:ext uri="{BB962C8B-B14F-4D97-AF65-F5344CB8AC3E}">
        <p14:creationId xmlns:p14="http://schemas.microsoft.com/office/powerpoint/2010/main" val="2496678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BD9CC8-5ECE-B8C3-F8C8-97EF61A191EE}"/>
              </a:ext>
            </a:extLst>
          </p:cNvPr>
          <p:cNvSpPr>
            <a:spLocks noGrp="1"/>
          </p:cNvSpPr>
          <p:nvPr>
            <p:ph type="title"/>
          </p:nvPr>
        </p:nvSpPr>
        <p:spPr>
          <a:xfrm>
            <a:off x="1451579" y="342420"/>
            <a:ext cx="9603275" cy="1049235"/>
          </a:xfrm>
        </p:spPr>
        <p:txBody>
          <a:bodyPr/>
          <a:lstStyle/>
          <a:p>
            <a:pPr algn="ctr"/>
            <a:r>
              <a:rPr lang="en-US" b="1" dirty="0">
                <a:solidFill>
                  <a:srgbClr val="FF0000"/>
                </a:solidFill>
              </a:rPr>
              <a:t>Types of Permissions in IAM</a:t>
            </a:r>
            <a:br>
              <a:rPr lang="en-US" b="1" dirty="0"/>
            </a:br>
            <a:endParaRPr lang="en-IN" dirty="0"/>
          </a:p>
        </p:txBody>
      </p:sp>
      <p:sp>
        <p:nvSpPr>
          <p:cNvPr id="4" name="Content Placeholder 3">
            <a:extLst>
              <a:ext uri="{FF2B5EF4-FFF2-40B4-BE49-F238E27FC236}">
                <a16:creationId xmlns:a16="http://schemas.microsoft.com/office/drawing/2014/main" id="{BEFC332C-8477-4410-8C37-7AB17C63EDFD}"/>
              </a:ext>
            </a:extLst>
          </p:cNvPr>
          <p:cNvSpPr>
            <a:spLocks noGrp="1"/>
          </p:cNvSpPr>
          <p:nvPr>
            <p:ph idx="1"/>
          </p:nvPr>
        </p:nvSpPr>
        <p:spPr>
          <a:xfrm>
            <a:off x="587829" y="1123103"/>
            <a:ext cx="11049000" cy="4885811"/>
          </a:xfrm>
        </p:spPr>
        <p:txBody>
          <a:bodyPr>
            <a:normAutofit lnSpcReduction="10000"/>
          </a:bodyPr>
          <a:lstStyle/>
          <a:p>
            <a:pPr algn="just" fontAlgn="base"/>
            <a:r>
              <a:rPr lang="en-US" sz="2400" b="1" dirty="0"/>
              <a:t>Allow Permissions</a:t>
            </a:r>
          </a:p>
          <a:p>
            <a:pPr algn="just" fontAlgn="base"/>
            <a:r>
              <a:rPr lang="en-US" sz="2400" dirty="0"/>
              <a:t>An explicit "allow" permission grants the user, group, or role access to a resource. For Example, an IAM user with the "s3:ListBucket" permission can list the content of anS3 Bucket.</a:t>
            </a:r>
          </a:p>
          <a:p>
            <a:pPr algn="just" fontAlgn="base"/>
            <a:r>
              <a:rPr lang="en-US" sz="2400" b="1" dirty="0"/>
              <a:t>Deny Permissions</a:t>
            </a:r>
          </a:p>
          <a:p>
            <a:pPr algn="just" fontAlgn="base"/>
            <a:r>
              <a:rPr lang="en-US" sz="2400" dirty="0"/>
              <a:t>A "deny" permission explicitly prevents access to a resource. This can be set for security reasons, such as denying access to sensitive resources for certain users.</a:t>
            </a:r>
          </a:p>
          <a:p>
            <a:pPr algn="just" fontAlgn="base"/>
            <a:r>
              <a:rPr lang="en-US" sz="2400" b="1" dirty="0"/>
              <a:t>Implicit Deny</a:t>
            </a:r>
          </a:p>
          <a:p>
            <a:pPr algn="just" fontAlgn="base"/>
            <a:r>
              <a:rPr lang="en-US" sz="2400" dirty="0"/>
              <a:t>By Default, if no policy is attached to a user, group, or role, access to a resource is denied. IAM denies access if no explicit allow rule is present.</a:t>
            </a:r>
          </a:p>
          <a:p>
            <a:endParaRPr lang="en-IN" dirty="0"/>
          </a:p>
        </p:txBody>
      </p:sp>
      <p:sp>
        <p:nvSpPr>
          <p:cNvPr id="2" name="Slide Number Placeholder 1">
            <a:extLst>
              <a:ext uri="{FF2B5EF4-FFF2-40B4-BE49-F238E27FC236}">
                <a16:creationId xmlns:a16="http://schemas.microsoft.com/office/drawing/2014/main" id="{46C80FA2-186B-1D5E-DBD5-545DE88BBB07}"/>
              </a:ext>
            </a:extLst>
          </p:cNvPr>
          <p:cNvSpPr>
            <a:spLocks noGrp="1"/>
          </p:cNvSpPr>
          <p:nvPr>
            <p:ph type="sldNum" sz="quarter" idx="12"/>
          </p:nvPr>
        </p:nvSpPr>
        <p:spPr/>
        <p:txBody>
          <a:bodyPr/>
          <a:lstStyle/>
          <a:p>
            <a:fld id="{CBABCCC1-BF11-4F37-963E-1BCD5B23FD72}" type="slidenum">
              <a:rPr lang="en-IN" smtClean="0"/>
              <a:pPr/>
              <a:t>16</a:t>
            </a:fld>
            <a:endParaRPr lang="en-IN"/>
          </a:p>
        </p:txBody>
      </p:sp>
    </p:spTree>
    <p:extLst>
      <p:ext uri="{BB962C8B-B14F-4D97-AF65-F5344CB8AC3E}">
        <p14:creationId xmlns:p14="http://schemas.microsoft.com/office/powerpoint/2010/main" val="2948988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3B0D7F-1445-390B-4A95-2B4352283075}"/>
              </a:ext>
            </a:extLst>
          </p:cNvPr>
          <p:cNvSpPr>
            <a:spLocks noGrp="1"/>
          </p:cNvSpPr>
          <p:nvPr>
            <p:ph type="sldNum" sz="quarter" idx="12"/>
          </p:nvPr>
        </p:nvSpPr>
        <p:spPr/>
        <p:txBody>
          <a:bodyPr/>
          <a:lstStyle/>
          <a:p>
            <a:fld id="{CBABCCC1-BF11-4F37-963E-1BCD5B23FD72}" type="slidenum">
              <a:rPr lang="en-IN" smtClean="0"/>
              <a:pPr/>
              <a:t>17</a:t>
            </a:fld>
            <a:endParaRPr lang="en-IN"/>
          </a:p>
        </p:txBody>
      </p:sp>
      <p:pic>
        <p:nvPicPr>
          <p:cNvPr id="1026" name="Picture 2" descr="Authentication vs Authorization">
            <a:extLst>
              <a:ext uri="{FF2B5EF4-FFF2-40B4-BE49-F238E27FC236}">
                <a16:creationId xmlns:a16="http://schemas.microsoft.com/office/drawing/2014/main" id="{93DE0148-22A9-DBB4-58F3-69F3381FF6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9226" y="0"/>
            <a:ext cx="9213548" cy="6139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404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840576-828C-28E3-72DE-339D419CBAD5}"/>
              </a:ext>
            </a:extLst>
          </p:cNvPr>
          <p:cNvSpPr>
            <a:spLocks noGrp="1"/>
          </p:cNvSpPr>
          <p:nvPr>
            <p:ph type="sldNum" sz="quarter" idx="12"/>
          </p:nvPr>
        </p:nvSpPr>
        <p:spPr/>
        <p:txBody>
          <a:bodyPr/>
          <a:lstStyle/>
          <a:p>
            <a:fld id="{CBABCCC1-BF11-4F37-963E-1BCD5B23FD72}" type="slidenum">
              <a:rPr lang="en-IN" smtClean="0"/>
              <a:pPr/>
              <a:t>18</a:t>
            </a:fld>
            <a:endParaRPr lang="en-IN"/>
          </a:p>
        </p:txBody>
      </p:sp>
      <p:pic>
        <p:nvPicPr>
          <p:cNvPr id="4" name="Picture 3">
            <a:extLst>
              <a:ext uri="{FF2B5EF4-FFF2-40B4-BE49-F238E27FC236}">
                <a16:creationId xmlns:a16="http://schemas.microsoft.com/office/drawing/2014/main" id="{FB49F55A-7633-BFD3-1C1B-21E297213D81}"/>
              </a:ext>
            </a:extLst>
          </p:cNvPr>
          <p:cNvPicPr>
            <a:picLocks noChangeAspect="1"/>
          </p:cNvPicPr>
          <p:nvPr/>
        </p:nvPicPr>
        <p:blipFill>
          <a:blip r:embed="rId2"/>
          <a:stretch>
            <a:fillRect/>
          </a:stretch>
        </p:blipFill>
        <p:spPr>
          <a:xfrm>
            <a:off x="147879" y="1483242"/>
            <a:ext cx="11896242" cy="3287536"/>
          </a:xfrm>
          <a:prstGeom prst="rect">
            <a:avLst/>
          </a:prstGeom>
        </p:spPr>
      </p:pic>
    </p:spTree>
    <p:extLst>
      <p:ext uri="{BB962C8B-B14F-4D97-AF65-F5344CB8AC3E}">
        <p14:creationId xmlns:p14="http://schemas.microsoft.com/office/powerpoint/2010/main" val="2550668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FB3C95-23FD-4DDF-4192-9AE3B76F769F}"/>
              </a:ext>
            </a:extLst>
          </p:cNvPr>
          <p:cNvSpPr>
            <a:spLocks noGrp="1"/>
          </p:cNvSpPr>
          <p:nvPr>
            <p:ph type="sldNum" sz="quarter" idx="12"/>
          </p:nvPr>
        </p:nvSpPr>
        <p:spPr/>
        <p:txBody>
          <a:bodyPr/>
          <a:lstStyle/>
          <a:p>
            <a:fld id="{CBABCCC1-BF11-4F37-963E-1BCD5B23FD72}" type="slidenum">
              <a:rPr lang="en-IN" smtClean="0"/>
              <a:pPr/>
              <a:t>19</a:t>
            </a:fld>
            <a:endParaRPr lang="en-IN"/>
          </a:p>
        </p:txBody>
      </p:sp>
      <p:sp>
        <p:nvSpPr>
          <p:cNvPr id="4" name="TextBox 3">
            <a:extLst>
              <a:ext uri="{FF2B5EF4-FFF2-40B4-BE49-F238E27FC236}">
                <a16:creationId xmlns:a16="http://schemas.microsoft.com/office/drawing/2014/main" id="{2ECC1F9A-6DA1-7635-2904-693C1CD6EDC6}"/>
              </a:ext>
            </a:extLst>
          </p:cNvPr>
          <p:cNvSpPr txBox="1"/>
          <p:nvPr/>
        </p:nvSpPr>
        <p:spPr>
          <a:xfrm>
            <a:off x="568760" y="575000"/>
            <a:ext cx="11329325" cy="5452775"/>
          </a:xfrm>
          <a:prstGeom prst="rect">
            <a:avLst/>
          </a:prstGeom>
          <a:noFill/>
        </p:spPr>
        <p:txBody>
          <a:bodyPr wrap="square">
            <a:spAutoFit/>
          </a:bodyPr>
          <a:lstStyle/>
          <a:p>
            <a:pPr algn="l" fontAlgn="base">
              <a:lnSpc>
                <a:spcPts val="2100"/>
              </a:lnSpc>
              <a:spcBef>
                <a:spcPts val="1800"/>
              </a:spcBef>
              <a:spcAft>
                <a:spcPts val="1800"/>
              </a:spcAft>
              <a:buNone/>
            </a:pPr>
            <a:r>
              <a:rPr lang="en-US" sz="2000" b="1" i="0" dirty="0">
                <a:solidFill>
                  <a:srgbClr val="FF0000"/>
                </a:solidFill>
                <a:effectLst/>
              </a:rPr>
              <a:t>Authenticate the Request</a:t>
            </a:r>
          </a:p>
          <a:p>
            <a:pPr algn="l" rtl="0" fontAlgn="base">
              <a:spcAft>
                <a:spcPts val="750"/>
              </a:spcAft>
              <a:buNone/>
            </a:pPr>
            <a:r>
              <a:rPr lang="en-US" sz="2000" b="0" i="0" dirty="0">
                <a:solidFill>
                  <a:srgbClr val="273239"/>
                </a:solidFill>
                <a:effectLst/>
              </a:rPr>
              <a:t>IAM verifies the identity using authentication mechanisms like:</a:t>
            </a:r>
          </a:p>
          <a:p>
            <a:pPr algn="l" fontAlgn="base">
              <a:spcAft>
                <a:spcPts val="1800"/>
              </a:spcAft>
              <a:buFont typeface="Arial" panose="020B0604020202020204" pitchFamily="34" charset="0"/>
              <a:buChar char="•"/>
            </a:pPr>
            <a:r>
              <a:rPr lang="en-US" sz="2000" b="0" i="0" dirty="0">
                <a:solidFill>
                  <a:srgbClr val="273239"/>
                </a:solidFill>
                <a:effectLst/>
              </a:rPr>
              <a:t>Username and password</a:t>
            </a:r>
          </a:p>
          <a:p>
            <a:pPr algn="l" fontAlgn="base">
              <a:spcAft>
                <a:spcPts val="1800"/>
              </a:spcAft>
              <a:buFont typeface="Arial" panose="020B0604020202020204" pitchFamily="34" charset="0"/>
              <a:buChar char="•"/>
            </a:pPr>
            <a:r>
              <a:rPr lang="en-US" sz="2000" b="0" i="0" dirty="0">
                <a:solidFill>
                  <a:srgbClr val="273239"/>
                </a:solidFill>
                <a:effectLst/>
              </a:rPr>
              <a:t>Access keys</a:t>
            </a:r>
          </a:p>
          <a:p>
            <a:pPr algn="l" fontAlgn="base">
              <a:spcAft>
                <a:spcPts val="1800"/>
              </a:spcAft>
              <a:buFont typeface="Arial" panose="020B0604020202020204" pitchFamily="34" charset="0"/>
              <a:buChar char="•"/>
            </a:pPr>
            <a:r>
              <a:rPr lang="en-US" sz="2000" b="0" i="0" dirty="0">
                <a:solidFill>
                  <a:srgbClr val="273239"/>
                </a:solidFill>
                <a:effectLst/>
              </a:rPr>
              <a:t>Multi-Factor Authentication (MFA)</a:t>
            </a:r>
            <a:br>
              <a:rPr lang="en-US" sz="2000" b="0" i="0" dirty="0">
                <a:solidFill>
                  <a:srgbClr val="273239"/>
                </a:solidFill>
                <a:effectLst/>
              </a:rPr>
            </a:br>
            <a:r>
              <a:rPr lang="en-US" sz="2000" b="0" i="0" dirty="0">
                <a:solidFill>
                  <a:srgbClr val="273239"/>
                </a:solidFill>
                <a:effectLst/>
              </a:rPr>
              <a:t>Only authenticated identities can proceed further.</a:t>
            </a:r>
          </a:p>
          <a:p>
            <a:pPr algn="l" fontAlgn="base">
              <a:lnSpc>
                <a:spcPts val="2100"/>
              </a:lnSpc>
              <a:spcBef>
                <a:spcPts val="1800"/>
              </a:spcBef>
              <a:spcAft>
                <a:spcPts val="1800"/>
              </a:spcAft>
              <a:buNone/>
            </a:pPr>
            <a:r>
              <a:rPr lang="en-US" sz="2000" b="1" i="0" dirty="0">
                <a:solidFill>
                  <a:srgbClr val="FF0000"/>
                </a:solidFill>
                <a:effectLst/>
              </a:rPr>
              <a:t>Authorize Using Policies (Can Access)</a:t>
            </a:r>
          </a:p>
          <a:p>
            <a:pPr algn="l" rtl="0" fontAlgn="base">
              <a:spcAft>
                <a:spcPts val="750"/>
              </a:spcAft>
              <a:buNone/>
            </a:pPr>
            <a:r>
              <a:rPr lang="en-US" sz="2000" b="0" i="0" dirty="0">
                <a:solidFill>
                  <a:srgbClr val="273239"/>
                </a:solidFill>
                <a:effectLst/>
              </a:rPr>
              <a:t>After authentication, IAM checks </a:t>
            </a:r>
            <a:r>
              <a:rPr lang="en-US" sz="2000" b="1" i="0" dirty="0">
                <a:solidFill>
                  <a:srgbClr val="273239"/>
                </a:solidFill>
                <a:effectLst/>
              </a:rPr>
              <a:t>policies</a:t>
            </a:r>
            <a:r>
              <a:rPr lang="en-US" sz="2000" b="0" i="0" dirty="0">
                <a:solidFill>
                  <a:srgbClr val="273239"/>
                </a:solidFill>
                <a:effectLst/>
              </a:rPr>
              <a:t> attached to the user, group, or role. These policies define:</a:t>
            </a:r>
          </a:p>
          <a:p>
            <a:pPr algn="l" fontAlgn="base">
              <a:spcAft>
                <a:spcPts val="1800"/>
              </a:spcAft>
              <a:buFont typeface="Arial" panose="020B0604020202020204" pitchFamily="34" charset="0"/>
              <a:buChar char="•"/>
            </a:pPr>
            <a:r>
              <a:rPr lang="en-US" sz="2000" b="0" i="0" dirty="0">
                <a:solidFill>
                  <a:srgbClr val="273239"/>
                </a:solidFill>
                <a:effectLst/>
              </a:rPr>
              <a:t>Allowed or denied actions (e.g., s3:GetObject)</a:t>
            </a:r>
          </a:p>
          <a:p>
            <a:pPr algn="l" fontAlgn="base">
              <a:spcAft>
                <a:spcPts val="1800"/>
              </a:spcAft>
              <a:buFont typeface="Arial" panose="020B0604020202020204" pitchFamily="34" charset="0"/>
              <a:buChar char="•"/>
            </a:pPr>
            <a:r>
              <a:rPr lang="en-US" sz="2000" b="0" i="0" dirty="0">
                <a:solidFill>
                  <a:srgbClr val="273239"/>
                </a:solidFill>
                <a:effectLst/>
              </a:rPr>
              <a:t>Specific resources (e.g., a particular S3 bucket)</a:t>
            </a:r>
          </a:p>
          <a:p>
            <a:pPr algn="l" fontAlgn="base">
              <a:spcAft>
                <a:spcPts val="1800"/>
              </a:spcAft>
              <a:buFont typeface="Arial" panose="020B0604020202020204" pitchFamily="34" charset="0"/>
              <a:buChar char="•"/>
            </a:pPr>
            <a:r>
              <a:rPr lang="en-US" sz="2000" b="0" i="0" dirty="0">
                <a:solidFill>
                  <a:srgbClr val="273239"/>
                </a:solidFill>
                <a:effectLst/>
              </a:rPr>
              <a:t>Conditions (time, IP address, MFA usage)</a:t>
            </a:r>
          </a:p>
        </p:txBody>
      </p:sp>
    </p:spTree>
    <p:extLst>
      <p:ext uri="{BB962C8B-B14F-4D97-AF65-F5344CB8AC3E}">
        <p14:creationId xmlns:p14="http://schemas.microsoft.com/office/powerpoint/2010/main" val="3264454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D3EADA-DD3D-76BC-C0EE-A889ACBD1A15}"/>
              </a:ext>
            </a:extLst>
          </p:cNvPr>
          <p:cNvSpPr>
            <a:spLocks noGrp="1"/>
          </p:cNvSpPr>
          <p:nvPr>
            <p:ph type="title"/>
          </p:nvPr>
        </p:nvSpPr>
        <p:spPr>
          <a:xfrm>
            <a:off x="1451578" y="342420"/>
            <a:ext cx="9603275" cy="1049235"/>
          </a:xfrm>
        </p:spPr>
        <p:txBody>
          <a:bodyPr/>
          <a:lstStyle/>
          <a:p>
            <a:pPr algn="ctr"/>
            <a:r>
              <a:rPr lang="en-US" b="1" dirty="0">
                <a:solidFill>
                  <a:srgbClr val="FF0000"/>
                </a:solidFill>
              </a:rPr>
              <a:t>ACCESS CONTROL – RBAC</a:t>
            </a:r>
            <a:endParaRPr lang="en-IN" b="1" dirty="0">
              <a:solidFill>
                <a:srgbClr val="FF0000"/>
              </a:solidFill>
            </a:endParaRPr>
          </a:p>
        </p:txBody>
      </p:sp>
      <p:sp>
        <p:nvSpPr>
          <p:cNvPr id="4" name="Content Placeholder 3">
            <a:extLst>
              <a:ext uri="{FF2B5EF4-FFF2-40B4-BE49-F238E27FC236}">
                <a16:creationId xmlns:a16="http://schemas.microsoft.com/office/drawing/2014/main" id="{8B20D951-8FD6-8B1E-0F0C-99229331B001}"/>
              </a:ext>
            </a:extLst>
          </p:cNvPr>
          <p:cNvSpPr>
            <a:spLocks noGrp="1"/>
          </p:cNvSpPr>
          <p:nvPr>
            <p:ph idx="1"/>
          </p:nvPr>
        </p:nvSpPr>
        <p:spPr>
          <a:xfrm>
            <a:off x="544287" y="1155760"/>
            <a:ext cx="11146970" cy="4831383"/>
          </a:xfrm>
        </p:spPr>
        <p:txBody>
          <a:bodyPr>
            <a:normAutofit fontScale="92500"/>
          </a:bodyPr>
          <a:lstStyle/>
          <a:p>
            <a:pPr algn="just"/>
            <a:r>
              <a:rPr lang="en-US" sz="2800" dirty="0"/>
              <a:t>Role-based access control (RBAC) authorizes users based on predefined roles. Permissions are assigned to roles, and users are assigned to those roles. This structure makes it straightforward to control what users can access and what actions they can take.</a:t>
            </a:r>
          </a:p>
          <a:p>
            <a:pPr algn="just"/>
            <a:r>
              <a:rPr lang="en-US" sz="2800" dirty="0"/>
              <a:t>Role-based access control (RBAC) is a security approach that authorizes and restricts system access to users based on their role(s) within an organization. </a:t>
            </a:r>
          </a:p>
          <a:p>
            <a:pPr algn="just"/>
            <a:r>
              <a:rPr lang="en-US" sz="2800" dirty="0"/>
              <a:t>Key components of RBAC include the roles themselves, the specific permissions tied to those roles, and the processes for assigning and managing them.</a:t>
            </a:r>
          </a:p>
        </p:txBody>
      </p:sp>
      <p:sp>
        <p:nvSpPr>
          <p:cNvPr id="2" name="Slide Number Placeholder 1">
            <a:extLst>
              <a:ext uri="{FF2B5EF4-FFF2-40B4-BE49-F238E27FC236}">
                <a16:creationId xmlns:a16="http://schemas.microsoft.com/office/drawing/2014/main" id="{18DE5F58-7D74-A5C0-C788-420F696F1EC2}"/>
              </a:ext>
            </a:extLst>
          </p:cNvPr>
          <p:cNvSpPr>
            <a:spLocks noGrp="1"/>
          </p:cNvSpPr>
          <p:nvPr>
            <p:ph type="sldNum" sz="quarter" idx="12"/>
          </p:nvPr>
        </p:nvSpPr>
        <p:spPr/>
        <p:txBody>
          <a:bodyPr/>
          <a:lstStyle/>
          <a:p>
            <a:fld id="{CBABCCC1-BF11-4F37-963E-1BCD5B23FD72}" type="slidenum">
              <a:rPr lang="en-IN" smtClean="0"/>
              <a:pPr/>
              <a:t>20</a:t>
            </a:fld>
            <a:endParaRPr lang="en-IN"/>
          </a:p>
        </p:txBody>
      </p:sp>
    </p:spTree>
    <p:extLst>
      <p:ext uri="{BB962C8B-B14F-4D97-AF65-F5344CB8AC3E}">
        <p14:creationId xmlns:p14="http://schemas.microsoft.com/office/powerpoint/2010/main" val="3169355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6A93EB-96C6-17B2-14D1-CF8D7EAA5356}"/>
              </a:ext>
            </a:extLst>
          </p:cNvPr>
          <p:cNvSpPr>
            <a:spLocks noGrp="1"/>
          </p:cNvSpPr>
          <p:nvPr>
            <p:ph type="title"/>
          </p:nvPr>
        </p:nvSpPr>
        <p:spPr>
          <a:xfrm>
            <a:off x="1451579" y="342420"/>
            <a:ext cx="9603275" cy="1049235"/>
          </a:xfrm>
        </p:spPr>
        <p:txBody>
          <a:bodyPr/>
          <a:lstStyle/>
          <a:p>
            <a:pPr algn="ctr"/>
            <a:r>
              <a:rPr lang="en-US" b="1" dirty="0">
                <a:solidFill>
                  <a:srgbClr val="FF0000"/>
                </a:solidFill>
              </a:rPr>
              <a:t>ACCESS CONTROL – RBAC</a:t>
            </a:r>
            <a:endParaRPr lang="en-IN" dirty="0"/>
          </a:p>
        </p:txBody>
      </p:sp>
      <p:sp>
        <p:nvSpPr>
          <p:cNvPr id="4" name="Content Placeholder 3">
            <a:extLst>
              <a:ext uri="{FF2B5EF4-FFF2-40B4-BE49-F238E27FC236}">
                <a16:creationId xmlns:a16="http://schemas.microsoft.com/office/drawing/2014/main" id="{CF7CB3CC-366E-5028-62BE-633BE0E4CCD5}"/>
              </a:ext>
            </a:extLst>
          </p:cNvPr>
          <p:cNvSpPr>
            <a:spLocks noGrp="1"/>
          </p:cNvSpPr>
          <p:nvPr>
            <p:ph idx="1"/>
          </p:nvPr>
        </p:nvSpPr>
        <p:spPr>
          <a:xfrm>
            <a:off x="555171" y="1123104"/>
            <a:ext cx="11114315" cy="4798725"/>
          </a:xfrm>
        </p:spPr>
        <p:txBody>
          <a:bodyPr/>
          <a:lstStyle/>
          <a:p>
            <a:pPr algn="just"/>
            <a:r>
              <a:rPr lang="en-US" sz="2400" b="1" dirty="0"/>
              <a:t>For example: </a:t>
            </a:r>
            <a:r>
              <a:rPr lang="en-US" sz="2400" dirty="0"/>
              <a:t>an HR manager logs into a system that stores personnel records. The platform checks the user’s profile, sees the “HR manager” role, and grants access to those files.</a:t>
            </a:r>
          </a:p>
          <a:p>
            <a:pPr algn="just"/>
            <a:r>
              <a:rPr lang="en-US" sz="2400" dirty="0"/>
              <a:t>RBAC is appealing for its simplicity. It is easy to deploy, quick to audit, and manageable at scale when roles and responsibilities are well-defined. However, it can become rigid in dynamic environments. As roles evolve or the user base grows, RBAC can lead to “role explosion,” where tracking and maintaining roles and permissions becomes unwieldy.</a:t>
            </a:r>
          </a:p>
          <a:p>
            <a:pPr algn="just"/>
            <a:r>
              <a:rPr lang="en-US" sz="2400" dirty="0"/>
              <a:t>RBAC works best for organizations with stable role definitions and predictable access needs, where simplicity and clarity outweigh flexibility.</a:t>
            </a:r>
          </a:p>
          <a:p>
            <a:endParaRPr lang="en-IN" dirty="0"/>
          </a:p>
        </p:txBody>
      </p:sp>
      <p:sp>
        <p:nvSpPr>
          <p:cNvPr id="2" name="Slide Number Placeholder 1">
            <a:extLst>
              <a:ext uri="{FF2B5EF4-FFF2-40B4-BE49-F238E27FC236}">
                <a16:creationId xmlns:a16="http://schemas.microsoft.com/office/drawing/2014/main" id="{4AF63047-7757-89AD-C47F-907E82D8A242}"/>
              </a:ext>
            </a:extLst>
          </p:cNvPr>
          <p:cNvSpPr>
            <a:spLocks noGrp="1"/>
          </p:cNvSpPr>
          <p:nvPr>
            <p:ph type="sldNum" sz="quarter" idx="12"/>
          </p:nvPr>
        </p:nvSpPr>
        <p:spPr/>
        <p:txBody>
          <a:bodyPr/>
          <a:lstStyle/>
          <a:p>
            <a:fld id="{CBABCCC1-BF11-4F37-963E-1BCD5B23FD72}" type="slidenum">
              <a:rPr lang="en-IN" smtClean="0"/>
              <a:pPr/>
              <a:t>21</a:t>
            </a:fld>
            <a:endParaRPr lang="en-IN"/>
          </a:p>
        </p:txBody>
      </p:sp>
    </p:spTree>
    <p:extLst>
      <p:ext uri="{BB962C8B-B14F-4D97-AF65-F5344CB8AC3E}">
        <p14:creationId xmlns:p14="http://schemas.microsoft.com/office/powerpoint/2010/main" val="4173390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09B57-056B-C870-C3D7-57A276EC232C}"/>
              </a:ext>
            </a:extLst>
          </p:cNvPr>
          <p:cNvSpPr>
            <a:spLocks noGrp="1"/>
          </p:cNvSpPr>
          <p:nvPr>
            <p:ph type="title"/>
          </p:nvPr>
        </p:nvSpPr>
        <p:spPr>
          <a:xfrm>
            <a:off x="1451578" y="342420"/>
            <a:ext cx="9603275" cy="1049235"/>
          </a:xfrm>
        </p:spPr>
        <p:txBody>
          <a:bodyPr/>
          <a:lstStyle/>
          <a:p>
            <a:pPr algn="ctr"/>
            <a:r>
              <a:rPr lang="en-US" b="1" dirty="0">
                <a:solidFill>
                  <a:srgbClr val="FF0000"/>
                </a:solidFill>
              </a:rPr>
              <a:t>different levels OF RBAC</a:t>
            </a:r>
            <a:endParaRPr lang="en-IN" b="1" dirty="0">
              <a:solidFill>
                <a:srgbClr val="FF0000"/>
              </a:solidFill>
            </a:endParaRPr>
          </a:p>
        </p:txBody>
      </p:sp>
      <p:sp>
        <p:nvSpPr>
          <p:cNvPr id="3" name="Content Placeholder 2">
            <a:extLst>
              <a:ext uri="{FF2B5EF4-FFF2-40B4-BE49-F238E27FC236}">
                <a16:creationId xmlns:a16="http://schemas.microsoft.com/office/drawing/2014/main" id="{049D9954-6650-6819-3128-14CF89089490}"/>
              </a:ext>
            </a:extLst>
          </p:cNvPr>
          <p:cNvSpPr>
            <a:spLocks noGrp="1"/>
          </p:cNvSpPr>
          <p:nvPr>
            <p:ph idx="1"/>
          </p:nvPr>
        </p:nvSpPr>
        <p:spPr>
          <a:xfrm>
            <a:off x="609600" y="1068675"/>
            <a:ext cx="10907485" cy="4787839"/>
          </a:xfrm>
        </p:spPr>
        <p:txBody>
          <a:bodyPr>
            <a:normAutofit lnSpcReduction="10000"/>
          </a:bodyPr>
          <a:lstStyle/>
          <a:p>
            <a:pPr algn="just"/>
            <a:r>
              <a:rPr lang="en-US" sz="2400" dirty="0"/>
              <a:t>Role-based access control (RBAC) is an authorization approach that relies on predefined permissions tied to user roles. Once roles and their privileges are set up, access is granted automatically—no need for constant manual updates.</a:t>
            </a:r>
          </a:p>
          <a:p>
            <a:pPr algn="just"/>
            <a:r>
              <a:rPr lang="en-US" sz="2400" dirty="0"/>
              <a:t>RBAC also offers different levels of flexibility:</a:t>
            </a:r>
          </a:p>
          <a:p>
            <a:pPr algn="just"/>
            <a:r>
              <a:rPr lang="en-US" sz="2400" b="1" dirty="0">
                <a:solidFill>
                  <a:srgbClr val="FF0000"/>
                </a:solidFill>
              </a:rPr>
              <a:t>Traditional RBAC: </a:t>
            </a:r>
            <a:r>
              <a:rPr lang="en-US" sz="2400" dirty="0"/>
              <a:t>Users can accumulate roles over time, gradually expanding their permissions.</a:t>
            </a:r>
          </a:p>
          <a:p>
            <a:pPr algn="just"/>
            <a:r>
              <a:rPr lang="en-US" sz="2400" b="1" dirty="0">
                <a:solidFill>
                  <a:srgbClr val="FF0000"/>
                </a:solidFill>
              </a:rPr>
              <a:t>Constrained RBAC: </a:t>
            </a:r>
            <a:r>
              <a:rPr lang="en-US" sz="2400" dirty="0"/>
              <a:t>Puts limits on how many roles a user can have at once to prevent over-</a:t>
            </a:r>
            <a:r>
              <a:rPr lang="en-US" sz="2400" dirty="0" err="1"/>
              <a:t>permissioning</a:t>
            </a:r>
            <a:r>
              <a:rPr lang="en-US" sz="2400" dirty="0"/>
              <a:t>.</a:t>
            </a:r>
          </a:p>
          <a:p>
            <a:pPr algn="just"/>
            <a:r>
              <a:rPr lang="en-US" sz="2400" b="1" dirty="0">
                <a:solidFill>
                  <a:srgbClr val="FF0000"/>
                </a:solidFill>
              </a:rPr>
              <a:t>Hierarchical RBAC: </a:t>
            </a:r>
            <a:r>
              <a:rPr lang="en-US" sz="2400" dirty="0"/>
              <a:t>Aligns access with organizational rank: executives get broader access, while junior employees have more limited permissions.</a:t>
            </a:r>
            <a:endParaRPr lang="en-IN" sz="2400" dirty="0"/>
          </a:p>
        </p:txBody>
      </p:sp>
      <p:sp>
        <p:nvSpPr>
          <p:cNvPr id="4" name="Slide Number Placeholder 3">
            <a:extLst>
              <a:ext uri="{FF2B5EF4-FFF2-40B4-BE49-F238E27FC236}">
                <a16:creationId xmlns:a16="http://schemas.microsoft.com/office/drawing/2014/main" id="{7A321EFE-B355-0B66-BBFE-4B46C4D33281}"/>
              </a:ext>
            </a:extLst>
          </p:cNvPr>
          <p:cNvSpPr>
            <a:spLocks noGrp="1"/>
          </p:cNvSpPr>
          <p:nvPr>
            <p:ph type="sldNum" sz="quarter" idx="12"/>
          </p:nvPr>
        </p:nvSpPr>
        <p:spPr/>
        <p:txBody>
          <a:bodyPr/>
          <a:lstStyle/>
          <a:p>
            <a:fld id="{CBABCCC1-BF11-4F37-963E-1BCD5B23FD72}" type="slidenum">
              <a:rPr lang="en-IN" smtClean="0"/>
              <a:pPr/>
              <a:t>22</a:t>
            </a:fld>
            <a:endParaRPr lang="en-IN"/>
          </a:p>
        </p:txBody>
      </p:sp>
    </p:spTree>
    <p:extLst>
      <p:ext uri="{BB962C8B-B14F-4D97-AF65-F5344CB8AC3E}">
        <p14:creationId xmlns:p14="http://schemas.microsoft.com/office/powerpoint/2010/main" val="2087215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2F4F79-8E23-F4EC-C19B-DB075DCB1DD3}"/>
              </a:ext>
            </a:extLst>
          </p:cNvPr>
          <p:cNvSpPr>
            <a:spLocks noGrp="1"/>
          </p:cNvSpPr>
          <p:nvPr>
            <p:ph type="title"/>
          </p:nvPr>
        </p:nvSpPr>
        <p:spPr>
          <a:xfrm>
            <a:off x="1451579" y="342420"/>
            <a:ext cx="9603275" cy="1049235"/>
          </a:xfrm>
        </p:spPr>
        <p:txBody>
          <a:bodyPr/>
          <a:lstStyle/>
          <a:p>
            <a:pPr algn="ctr"/>
            <a:r>
              <a:rPr lang="en-IN" b="1" dirty="0">
                <a:solidFill>
                  <a:srgbClr val="FF0000"/>
                </a:solidFill>
              </a:rPr>
              <a:t>Benefits of RBAC</a:t>
            </a:r>
          </a:p>
        </p:txBody>
      </p:sp>
      <p:sp>
        <p:nvSpPr>
          <p:cNvPr id="4" name="Content Placeholder 3">
            <a:extLst>
              <a:ext uri="{FF2B5EF4-FFF2-40B4-BE49-F238E27FC236}">
                <a16:creationId xmlns:a16="http://schemas.microsoft.com/office/drawing/2014/main" id="{39BB8CAB-BEE8-F38A-469E-03B5E8C64E7A}"/>
              </a:ext>
            </a:extLst>
          </p:cNvPr>
          <p:cNvSpPr>
            <a:spLocks noGrp="1"/>
          </p:cNvSpPr>
          <p:nvPr>
            <p:ph idx="1"/>
          </p:nvPr>
        </p:nvSpPr>
        <p:spPr>
          <a:xfrm>
            <a:off x="544286" y="1046903"/>
            <a:ext cx="11136085" cy="4983783"/>
          </a:xfrm>
        </p:spPr>
        <p:txBody>
          <a:bodyPr/>
          <a:lstStyle/>
          <a:p>
            <a:pPr algn="just" fontAlgn="base"/>
            <a:r>
              <a:rPr lang="en-US" sz="2400" b="1" dirty="0">
                <a:solidFill>
                  <a:srgbClr val="FF0000"/>
                </a:solidFill>
              </a:rPr>
              <a:t>Security : </a:t>
            </a:r>
            <a:r>
              <a:rPr lang="en-US" sz="2400" dirty="0"/>
              <a:t>RBAC uses the principle of least privilege to lower the risk of a data breach. It also limits damage should a breach occur.</a:t>
            </a:r>
          </a:p>
          <a:p>
            <a:pPr algn="just" fontAlgn="base"/>
            <a:r>
              <a:rPr lang="en-US" sz="2400" b="1" dirty="0">
                <a:solidFill>
                  <a:srgbClr val="FF0000"/>
                </a:solidFill>
              </a:rPr>
              <a:t>Ease of Use : </a:t>
            </a:r>
            <a:r>
              <a:rPr lang="en-US" sz="2400" dirty="0"/>
              <a:t>RBAC connects employees to the data and systems they need and reduces administrative overhead for IT.</a:t>
            </a:r>
          </a:p>
          <a:p>
            <a:pPr algn="just" fontAlgn="base"/>
            <a:r>
              <a:rPr lang="en-US" sz="2400" b="1" dirty="0">
                <a:solidFill>
                  <a:srgbClr val="FF0000"/>
                </a:solidFill>
              </a:rPr>
              <a:t>Compliance Readiness : </a:t>
            </a:r>
            <a:r>
              <a:rPr lang="en-US" sz="2400" dirty="0"/>
              <a:t>Administrators can more easily prove that data and sensitive information have been handled according to privacy, security, and confidentiality standards.</a:t>
            </a:r>
          </a:p>
          <a:p>
            <a:pPr algn="just"/>
            <a:r>
              <a:rPr lang="en-US" sz="2400" dirty="0"/>
              <a:t>However, implementing RBAC requires collaboration across departments. Determining how to categorize roles and manage access for those roles requires a clear understanding of both the business and the technical infrastructure that supports it. </a:t>
            </a:r>
            <a:endParaRPr lang="en-IN" sz="2400" dirty="0"/>
          </a:p>
        </p:txBody>
      </p:sp>
      <p:sp>
        <p:nvSpPr>
          <p:cNvPr id="2" name="Slide Number Placeholder 1">
            <a:extLst>
              <a:ext uri="{FF2B5EF4-FFF2-40B4-BE49-F238E27FC236}">
                <a16:creationId xmlns:a16="http://schemas.microsoft.com/office/drawing/2014/main" id="{77F8DB7D-624C-17CB-00AB-F04B294C2F00}"/>
              </a:ext>
            </a:extLst>
          </p:cNvPr>
          <p:cNvSpPr>
            <a:spLocks noGrp="1"/>
          </p:cNvSpPr>
          <p:nvPr>
            <p:ph type="sldNum" sz="quarter" idx="12"/>
          </p:nvPr>
        </p:nvSpPr>
        <p:spPr/>
        <p:txBody>
          <a:bodyPr/>
          <a:lstStyle/>
          <a:p>
            <a:fld id="{CBABCCC1-BF11-4F37-963E-1BCD5B23FD72}" type="slidenum">
              <a:rPr lang="en-IN" smtClean="0"/>
              <a:pPr/>
              <a:t>23</a:t>
            </a:fld>
            <a:endParaRPr lang="en-IN"/>
          </a:p>
        </p:txBody>
      </p:sp>
    </p:spTree>
    <p:extLst>
      <p:ext uri="{BB962C8B-B14F-4D97-AF65-F5344CB8AC3E}">
        <p14:creationId xmlns:p14="http://schemas.microsoft.com/office/powerpoint/2010/main" val="2948097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A3E54F-B264-2C46-FD50-5742063517BD}"/>
              </a:ext>
            </a:extLst>
          </p:cNvPr>
          <p:cNvSpPr>
            <a:spLocks noGrp="1"/>
          </p:cNvSpPr>
          <p:nvPr>
            <p:ph idx="1"/>
          </p:nvPr>
        </p:nvSpPr>
        <p:spPr>
          <a:xfrm>
            <a:off x="602493" y="872732"/>
            <a:ext cx="11099650" cy="4831382"/>
          </a:xfrm>
        </p:spPr>
        <p:txBody>
          <a:bodyPr/>
          <a:lstStyle/>
          <a:p>
            <a:pPr algn="just"/>
            <a:r>
              <a:rPr lang="en-US" sz="2800" b="1" dirty="0">
                <a:solidFill>
                  <a:srgbClr val="FF0000"/>
                </a:solidFill>
              </a:rPr>
              <a:t>RBAC is best suited for:</a:t>
            </a:r>
          </a:p>
          <a:p>
            <a:pPr algn="just"/>
            <a:r>
              <a:rPr lang="en-US" sz="2800" dirty="0"/>
              <a:t>Organizations with </a:t>
            </a:r>
            <a:r>
              <a:rPr lang="en-US" sz="2800" b="1" dirty="0"/>
              <a:t>clearly defined roles and responsibilities</a:t>
            </a:r>
            <a:r>
              <a:rPr lang="en-US" sz="2800" dirty="0"/>
              <a:t>.</a:t>
            </a:r>
          </a:p>
          <a:p>
            <a:pPr algn="just"/>
            <a:r>
              <a:rPr lang="en-US" sz="2800" b="1" dirty="0"/>
              <a:t>Small to medium teams</a:t>
            </a:r>
            <a:r>
              <a:rPr lang="en-US" sz="2800" dirty="0"/>
              <a:t> where simplicity and speed of implementation are key.</a:t>
            </a:r>
          </a:p>
          <a:p>
            <a:pPr algn="just"/>
            <a:r>
              <a:rPr lang="en-US" sz="2800" dirty="0"/>
              <a:t>Environments that prioritize </a:t>
            </a:r>
            <a:r>
              <a:rPr lang="en-US" sz="2800" b="1" dirty="0"/>
              <a:t>predictability and straightforward compliance audits</a:t>
            </a:r>
            <a:r>
              <a:rPr lang="en-US" sz="2800" dirty="0"/>
              <a:t> over granular, context-driven controls.</a:t>
            </a:r>
          </a:p>
          <a:p>
            <a:endParaRPr lang="en-IN" dirty="0"/>
          </a:p>
        </p:txBody>
      </p:sp>
      <p:sp>
        <p:nvSpPr>
          <p:cNvPr id="4" name="Slide Number Placeholder 3">
            <a:extLst>
              <a:ext uri="{FF2B5EF4-FFF2-40B4-BE49-F238E27FC236}">
                <a16:creationId xmlns:a16="http://schemas.microsoft.com/office/drawing/2014/main" id="{6201E7CA-8993-BC56-CEE7-B2D5AFE19DDA}"/>
              </a:ext>
            </a:extLst>
          </p:cNvPr>
          <p:cNvSpPr>
            <a:spLocks noGrp="1"/>
          </p:cNvSpPr>
          <p:nvPr>
            <p:ph type="sldNum" sz="quarter" idx="12"/>
          </p:nvPr>
        </p:nvSpPr>
        <p:spPr/>
        <p:txBody>
          <a:bodyPr/>
          <a:lstStyle/>
          <a:p>
            <a:fld id="{CBABCCC1-BF11-4F37-963E-1BCD5B23FD72}" type="slidenum">
              <a:rPr lang="en-IN" smtClean="0"/>
              <a:pPr/>
              <a:t>24</a:t>
            </a:fld>
            <a:endParaRPr lang="en-IN"/>
          </a:p>
        </p:txBody>
      </p:sp>
    </p:spTree>
    <p:extLst>
      <p:ext uri="{BB962C8B-B14F-4D97-AF65-F5344CB8AC3E}">
        <p14:creationId xmlns:p14="http://schemas.microsoft.com/office/powerpoint/2010/main" val="27198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22194F-DC3B-EFCF-757D-1A2916D99FF6}"/>
              </a:ext>
            </a:extLst>
          </p:cNvPr>
          <p:cNvSpPr>
            <a:spLocks noGrp="1"/>
          </p:cNvSpPr>
          <p:nvPr>
            <p:ph type="title"/>
          </p:nvPr>
        </p:nvSpPr>
        <p:spPr>
          <a:xfrm>
            <a:off x="1451578" y="477900"/>
            <a:ext cx="9603275" cy="1049235"/>
          </a:xfrm>
        </p:spPr>
        <p:txBody>
          <a:bodyPr/>
          <a:lstStyle/>
          <a:p>
            <a:pPr algn="ctr"/>
            <a:r>
              <a:rPr lang="en-US" b="1" dirty="0">
                <a:solidFill>
                  <a:srgbClr val="FF0000"/>
                </a:solidFill>
              </a:rPr>
              <a:t>ACCESS CONTROL – ABAC</a:t>
            </a:r>
            <a:endParaRPr lang="en-IN" dirty="0"/>
          </a:p>
        </p:txBody>
      </p:sp>
      <p:sp>
        <p:nvSpPr>
          <p:cNvPr id="4" name="Content Placeholder 3">
            <a:extLst>
              <a:ext uri="{FF2B5EF4-FFF2-40B4-BE49-F238E27FC236}">
                <a16:creationId xmlns:a16="http://schemas.microsoft.com/office/drawing/2014/main" id="{89089DA9-FA3C-C782-29FB-63D0A02132A3}"/>
              </a:ext>
            </a:extLst>
          </p:cNvPr>
          <p:cNvSpPr>
            <a:spLocks noGrp="1"/>
          </p:cNvSpPr>
          <p:nvPr>
            <p:ph idx="1"/>
          </p:nvPr>
        </p:nvSpPr>
        <p:spPr>
          <a:xfrm>
            <a:off x="511630" y="1034143"/>
            <a:ext cx="11157856" cy="5072743"/>
          </a:xfrm>
        </p:spPr>
        <p:txBody>
          <a:bodyPr>
            <a:normAutofit lnSpcReduction="10000"/>
          </a:bodyPr>
          <a:lstStyle/>
          <a:p>
            <a:pPr algn="just"/>
            <a:r>
              <a:rPr lang="en-US" sz="2400" dirty="0"/>
              <a:t>Attribute-based access control (ABAC) governs authorization through dynamic rules that go beyond simple roles. Decisions are based on attributes—logical “if-then” statements that evaluate the user, the asset, the action, and the environment, often in real time.</a:t>
            </a:r>
          </a:p>
          <a:p>
            <a:pPr algn="just"/>
            <a:r>
              <a:rPr lang="en-US" sz="2400" dirty="0"/>
              <a:t>Attribute-based access control (ABAC) expands beyond roles by using a combination of user, resource, and environmental attributes to determine access. These attributes might include a user’s department or title, the sensitivity of the data, the time of day, or even the IP address used to make the request.</a:t>
            </a:r>
          </a:p>
          <a:p>
            <a:pPr algn="just"/>
            <a:r>
              <a:rPr lang="en-US" sz="2400" b="1" dirty="0"/>
              <a:t>For example</a:t>
            </a:r>
            <a:r>
              <a:rPr lang="en-US" sz="2400" dirty="0"/>
              <a:t>, a company might create a policy that allows access to a set of legal documents only for users in the legal department and only during business hours. Attempts outside those parameters would be denied and could even trigger alerts.</a:t>
            </a:r>
          </a:p>
        </p:txBody>
      </p:sp>
      <p:sp>
        <p:nvSpPr>
          <p:cNvPr id="2" name="Slide Number Placeholder 1">
            <a:extLst>
              <a:ext uri="{FF2B5EF4-FFF2-40B4-BE49-F238E27FC236}">
                <a16:creationId xmlns:a16="http://schemas.microsoft.com/office/drawing/2014/main" id="{DC827166-509B-C48B-0A2C-21491F98A0D2}"/>
              </a:ext>
            </a:extLst>
          </p:cNvPr>
          <p:cNvSpPr>
            <a:spLocks noGrp="1"/>
          </p:cNvSpPr>
          <p:nvPr>
            <p:ph type="sldNum" sz="quarter" idx="12"/>
          </p:nvPr>
        </p:nvSpPr>
        <p:spPr/>
        <p:txBody>
          <a:bodyPr/>
          <a:lstStyle/>
          <a:p>
            <a:fld id="{CBABCCC1-BF11-4F37-963E-1BCD5B23FD72}" type="slidenum">
              <a:rPr lang="en-IN" smtClean="0"/>
              <a:pPr/>
              <a:t>25</a:t>
            </a:fld>
            <a:endParaRPr lang="en-IN"/>
          </a:p>
        </p:txBody>
      </p:sp>
    </p:spTree>
    <p:extLst>
      <p:ext uri="{BB962C8B-B14F-4D97-AF65-F5344CB8AC3E}">
        <p14:creationId xmlns:p14="http://schemas.microsoft.com/office/powerpoint/2010/main" val="2979160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B37D-E97B-E8A9-1CBC-2ABCEE50E1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369972F-8345-D379-7EFE-EB637B5AF9CF}"/>
              </a:ext>
            </a:extLst>
          </p:cNvPr>
          <p:cNvSpPr>
            <a:spLocks noGrp="1"/>
          </p:cNvSpPr>
          <p:nvPr>
            <p:ph type="title"/>
          </p:nvPr>
        </p:nvSpPr>
        <p:spPr>
          <a:xfrm>
            <a:off x="1451578" y="477900"/>
            <a:ext cx="9603275" cy="1049235"/>
          </a:xfrm>
        </p:spPr>
        <p:txBody>
          <a:bodyPr/>
          <a:lstStyle/>
          <a:p>
            <a:pPr algn="ctr"/>
            <a:r>
              <a:rPr lang="en-US" b="1" dirty="0">
                <a:solidFill>
                  <a:srgbClr val="FF0000"/>
                </a:solidFill>
              </a:rPr>
              <a:t>ACCESS CONTROL – ABAC</a:t>
            </a:r>
            <a:endParaRPr lang="en-IN" dirty="0"/>
          </a:p>
        </p:txBody>
      </p:sp>
      <p:sp>
        <p:nvSpPr>
          <p:cNvPr id="4" name="Content Placeholder 3">
            <a:extLst>
              <a:ext uri="{FF2B5EF4-FFF2-40B4-BE49-F238E27FC236}">
                <a16:creationId xmlns:a16="http://schemas.microsoft.com/office/drawing/2014/main" id="{114DF684-B08F-E1D3-D48E-70380B88943D}"/>
              </a:ext>
            </a:extLst>
          </p:cNvPr>
          <p:cNvSpPr>
            <a:spLocks noGrp="1"/>
          </p:cNvSpPr>
          <p:nvPr>
            <p:ph idx="1"/>
          </p:nvPr>
        </p:nvSpPr>
        <p:spPr>
          <a:xfrm>
            <a:off x="511630" y="1034143"/>
            <a:ext cx="11157856" cy="5072743"/>
          </a:xfrm>
        </p:spPr>
        <p:txBody>
          <a:bodyPr>
            <a:normAutofit/>
          </a:bodyPr>
          <a:lstStyle/>
          <a:p>
            <a:pPr algn="just"/>
            <a:r>
              <a:rPr lang="en-US" sz="2400" dirty="0"/>
              <a:t>ABAC is ideal for organizations with diverse, dynamic, and context-dependent access needs, especially when security and compliance demand nuanced authorization rules.</a:t>
            </a:r>
          </a:p>
          <a:p>
            <a:pPr algn="just"/>
            <a:r>
              <a:rPr lang="en-US" sz="2400" dirty="0"/>
              <a:t>The strength of ABAC lies in its flexibility and fine-grained control. It adapts well to complex, dynamic environments where access decisions depend on multiple factors. However, ABAC requires thoughtful planning and strong governance. Without a clear structure for defining and managing attributes, it can quickly become complex and difficult to maintain.</a:t>
            </a:r>
          </a:p>
          <a:p>
            <a:pPr algn="just"/>
            <a:r>
              <a:rPr lang="en-US" sz="2400" b="1" dirty="0"/>
              <a:t>Example of ABAC: </a:t>
            </a:r>
            <a:r>
              <a:rPr lang="en-US" sz="2400" dirty="0"/>
              <a:t>A financial services app could allow employees to view client records from their office network but require additional authentication if they attempt access from an unknown device or during non-business hours.</a:t>
            </a:r>
            <a:endParaRPr lang="en-IN" sz="2800" dirty="0"/>
          </a:p>
          <a:p>
            <a:pPr algn="just"/>
            <a:endParaRPr lang="en-US" sz="2400" dirty="0"/>
          </a:p>
          <a:p>
            <a:pPr algn="just"/>
            <a:endParaRPr lang="en-IN" sz="2400" dirty="0"/>
          </a:p>
        </p:txBody>
      </p:sp>
      <p:sp>
        <p:nvSpPr>
          <p:cNvPr id="2" name="Slide Number Placeholder 1">
            <a:extLst>
              <a:ext uri="{FF2B5EF4-FFF2-40B4-BE49-F238E27FC236}">
                <a16:creationId xmlns:a16="http://schemas.microsoft.com/office/drawing/2014/main" id="{8BE23376-848C-991D-E434-6F68B6577750}"/>
              </a:ext>
            </a:extLst>
          </p:cNvPr>
          <p:cNvSpPr>
            <a:spLocks noGrp="1"/>
          </p:cNvSpPr>
          <p:nvPr>
            <p:ph type="sldNum" sz="quarter" idx="12"/>
          </p:nvPr>
        </p:nvSpPr>
        <p:spPr/>
        <p:txBody>
          <a:bodyPr/>
          <a:lstStyle/>
          <a:p>
            <a:fld id="{CBABCCC1-BF11-4F37-963E-1BCD5B23FD72}" type="slidenum">
              <a:rPr lang="en-IN" smtClean="0"/>
              <a:pPr/>
              <a:t>26</a:t>
            </a:fld>
            <a:endParaRPr lang="en-IN"/>
          </a:p>
        </p:txBody>
      </p:sp>
    </p:spTree>
    <p:extLst>
      <p:ext uri="{BB962C8B-B14F-4D97-AF65-F5344CB8AC3E}">
        <p14:creationId xmlns:p14="http://schemas.microsoft.com/office/powerpoint/2010/main" val="2989487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ABCE9-8440-43C6-2D7D-0FFD9AB1DEF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2E559B-92F2-C203-700B-5A051CD167EB}"/>
              </a:ext>
            </a:extLst>
          </p:cNvPr>
          <p:cNvSpPr>
            <a:spLocks noGrp="1"/>
          </p:cNvSpPr>
          <p:nvPr>
            <p:ph type="title"/>
          </p:nvPr>
        </p:nvSpPr>
        <p:spPr>
          <a:xfrm>
            <a:off x="1451578" y="477900"/>
            <a:ext cx="9603275" cy="1049235"/>
          </a:xfrm>
        </p:spPr>
        <p:txBody>
          <a:bodyPr/>
          <a:lstStyle/>
          <a:p>
            <a:pPr algn="ctr"/>
            <a:r>
              <a:rPr lang="en-US" b="1" dirty="0">
                <a:solidFill>
                  <a:srgbClr val="FF0000"/>
                </a:solidFill>
              </a:rPr>
              <a:t>ACCESS CONTROL – ABAC</a:t>
            </a:r>
            <a:endParaRPr lang="en-IN" dirty="0"/>
          </a:p>
        </p:txBody>
      </p:sp>
      <p:sp>
        <p:nvSpPr>
          <p:cNvPr id="4" name="Content Placeholder 3">
            <a:extLst>
              <a:ext uri="{FF2B5EF4-FFF2-40B4-BE49-F238E27FC236}">
                <a16:creationId xmlns:a16="http://schemas.microsoft.com/office/drawing/2014/main" id="{D72B4977-2544-9738-FA29-252F394D1DD6}"/>
              </a:ext>
            </a:extLst>
          </p:cNvPr>
          <p:cNvSpPr>
            <a:spLocks noGrp="1"/>
          </p:cNvSpPr>
          <p:nvPr>
            <p:ph idx="1"/>
          </p:nvPr>
        </p:nvSpPr>
        <p:spPr>
          <a:xfrm>
            <a:off x="511630" y="1034143"/>
            <a:ext cx="11157856" cy="5072743"/>
          </a:xfrm>
        </p:spPr>
        <p:txBody>
          <a:bodyPr>
            <a:normAutofit/>
          </a:bodyPr>
          <a:lstStyle/>
          <a:p>
            <a:pPr algn="just"/>
            <a:r>
              <a:rPr lang="en-US" sz="2400" dirty="0"/>
              <a:t>ABAC considers three primary categories of attributes:</a:t>
            </a:r>
          </a:p>
          <a:p>
            <a:pPr algn="just"/>
            <a:r>
              <a:rPr lang="en-US" sz="2400" b="1" dirty="0">
                <a:solidFill>
                  <a:srgbClr val="FF0000"/>
                </a:solidFill>
              </a:rPr>
              <a:t>User and action attributes:</a:t>
            </a:r>
            <a:r>
              <a:rPr lang="en-US" sz="2400" dirty="0">
                <a:solidFill>
                  <a:srgbClr val="FF0000"/>
                </a:solidFill>
              </a:rPr>
              <a:t> </a:t>
            </a:r>
            <a:r>
              <a:rPr lang="en-US" sz="2400" dirty="0"/>
              <a:t>Include not only the user’s role but also more granular details like location, IP address, device, or session length. The specific actions a user is trying to take—such as editing, downloading, or deleting—are also evaluated.</a:t>
            </a:r>
          </a:p>
          <a:p>
            <a:pPr algn="just"/>
            <a:r>
              <a:rPr lang="en-US" sz="2400" b="1" dirty="0">
                <a:solidFill>
                  <a:srgbClr val="FF0000"/>
                </a:solidFill>
              </a:rPr>
              <a:t>Asset attributes:</a:t>
            </a:r>
            <a:r>
              <a:rPr lang="en-US" sz="2400" dirty="0">
                <a:solidFill>
                  <a:srgbClr val="FF0000"/>
                </a:solidFill>
              </a:rPr>
              <a:t> </a:t>
            </a:r>
            <a:r>
              <a:rPr lang="en-US" sz="2400" dirty="0"/>
              <a:t>Define characteristics of the resource in question. This might include file type, sensitivity level, creation date, or even embedded metadata.</a:t>
            </a:r>
          </a:p>
          <a:p>
            <a:pPr algn="just"/>
            <a:r>
              <a:rPr lang="en-US" sz="2400" b="1" dirty="0">
                <a:solidFill>
                  <a:srgbClr val="FF0000"/>
                </a:solidFill>
              </a:rPr>
              <a:t>Environmental context:</a:t>
            </a:r>
            <a:r>
              <a:rPr lang="en-US" sz="2400" dirty="0">
                <a:solidFill>
                  <a:srgbClr val="FF0000"/>
                </a:solidFill>
              </a:rPr>
              <a:t> </a:t>
            </a:r>
            <a:r>
              <a:rPr lang="en-US" sz="2400" dirty="0"/>
              <a:t>Factors like time of day, operational necessity, or threat level are compared against a “business-as-usual” baseline to determine if the request should be authorized.</a:t>
            </a:r>
          </a:p>
          <a:p>
            <a:pPr algn="just"/>
            <a:endParaRPr lang="en-US" sz="2400" dirty="0"/>
          </a:p>
          <a:p>
            <a:pPr algn="just"/>
            <a:endParaRPr lang="en-IN" sz="2400" dirty="0"/>
          </a:p>
        </p:txBody>
      </p:sp>
      <p:sp>
        <p:nvSpPr>
          <p:cNvPr id="2" name="Slide Number Placeholder 1">
            <a:extLst>
              <a:ext uri="{FF2B5EF4-FFF2-40B4-BE49-F238E27FC236}">
                <a16:creationId xmlns:a16="http://schemas.microsoft.com/office/drawing/2014/main" id="{3350E93E-10FC-46F1-60B7-4A70D65A2933}"/>
              </a:ext>
            </a:extLst>
          </p:cNvPr>
          <p:cNvSpPr>
            <a:spLocks noGrp="1"/>
          </p:cNvSpPr>
          <p:nvPr>
            <p:ph type="sldNum" sz="quarter" idx="12"/>
          </p:nvPr>
        </p:nvSpPr>
        <p:spPr/>
        <p:txBody>
          <a:bodyPr/>
          <a:lstStyle/>
          <a:p>
            <a:fld id="{CBABCCC1-BF11-4F37-963E-1BCD5B23FD72}" type="slidenum">
              <a:rPr lang="en-IN" smtClean="0"/>
              <a:pPr/>
              <a:t>27</a:t>
            </a:fld>
            <a:endParaRPr lang="en-IN"/>
          </a:p>
        </p:txBody>
      </p:sp>
    </p:spTree>
    <p:extLst>
      <p:ext uri="{BB962C8B-B14F-4D97-AF65-F5344CB8AC3E}">
        <p14:creationId xmlns:p14="http://schemas.microsoft.com/office/powerpoint/2010/main" val="1802579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BBFDC-DED9-047B-6782-E5F7ED2A10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86D51E-AC75-E7B4-607F-1B40DBB69663}"/>
              </a:ext>
            </a:extLst>
          </p:cNvPr>
          <p:cNvSpPr>
            <a:spLocks noGrp="1"/>
          </p:cNvSpPr>
          <p:nvPr>
            <p:ph idx="1"/>
          </p:nvPr>
        </p:nvSpPr>
        <p:spPr>
          <a:xfrm>
            <a:off x="602493" y="872732"/>
            <a:ext cx="11099650" cy="4831382"/>
          </a:xfrm>
        </p:spPr>
        <p:txBody>
          <a:bodyPr/>
          <a:lstStyle/>
          <a:p>
            <a:pPr algn="just"/>
            <a:r>
              <a:rPr lang="en-US" sz="2800" b="1" dirty="0">
                <a:solidFill>
                  <a:srgbClr val="FF0000"/>
                </a:solidFill>
              </a:rPr>
              <a:t>ABAC is best suited for:</a:t>
            </a:r>
          </a:p>
          <a:p>
            <a:pPr algn="just"/>
            <a:r>
              <a:rPr lang="en-US" sz="2800" b="1" dirty="0"/>
              <a:t>Large or complex organizations</a:t>
            </a:r>
            <a:r>
              <a:rPr lang="en-US" sz="2800" dirty="0"/>
              <a:t> where static roles can’t address nuanced access needs.</a:t>
            </a:r>
          </a:p>
          <a:p>
            <a:pPr algn="just"/>
            <a:r>
              <a:rPr lang="en-US" sz="2800" b="1" dirty="0"/>
              <a:t>Highly regulated industries</a:t>
            </a:r>
            <a:r>
              <a:rPr lang="en-US" sz="2800" dirty="0"/>
              <a:t> like healthcare, finance, or government that require strict, adaptive controls.</a:t>
            </a:r>
          </a:p>
          <a:p>
            <a:pPr algn="just"/>
            <a:r>
              <a:rPr lang="en-US" sz="2800" b="1" dirty="0"/>
              <a:t>Dynamic environments </a:t>
            </a:r>
            <a:r>
              <a:rPr lang="en-US" sz="2800" dirty="0"/>
              <a:t>where user context and risk factors change frequently, and security policies must adapt in real time.</a:t>
            </a:r>
          </a:p>
          <a:p>
            <a:endParaRPr lang="en-IN" dirty="0"/>
          </a:p>
        </p:txBody>
      </p:sp>
      <p:sp>
        <p:nvSpPr>
          <p:cNvPr id="4" name="Slide Number Placeholder 3">
            <a:extLst>
              <a:ext uri="{FF2B5EF4-FFF2-40B4-BE49-F238E27FC236}">
                <a16:creationId xmlns:a16="http://schemas.microsoft.com/office/drawing/2014/main" id="{4084CBF9-94FC-01F5-D02C-65B5A4E2F11D}"/>
              </a:ext>
            </a:extLst>
          </p:cNvPr>
          <p:cNvSpPr>
            <a:spLocks noGrp="1"/>
          </p:cNvSpPr>
          <p:nvPr>
            <p:ph type="sldNum" sz="quarter" idx="12"/>
          </p:nvPr>
        </p:nvSpPr>
        <p:spPr/>
        <p:txBody>
          <a:bodyPr/>
          <a:lstStyle/>
          <a:p>
            <a:fld id="{CBABCCC1-BF11-4F37-963E-1BCD5B23FD72}" type="slidenum">
              <a:rPr lang="en-IN" smtClean="0"/>
              <a:pPr/>
              <a:t>28</a:t>
            </a:fld>
            <a:endParaRPr lang="en-IN"/>
          </a:p>
        </p:txBody>
      </p:sp>
    </p:spTree>
    <p:extLst>
      <p:ext uri="{BB962C8B-B14F-4D97-AF65-F5344CB8AC3E}">
        <p14:creationId xmlns:p14="http://schemas.microsoft.com/office/powerpoint/2010/main" val="2905223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08F7C23-CF1C-621C-72C1-E47D3D3A4565}"/>
              </a:ext>
            </a:extLst>
          </p:cNvPr>
          <p:cNvPicPr>
            <a:picLocks noGrp="1" noChangeAspect="1"/>
          </p:cNvPicPr>
          <p:nvPr>
            <p:ph idx="1"/>
          </p:nvPr>
        </p:nvPicPr>
        <p:blipFill>
          <a:blip r:embed="rId2"/>
          <a:stretch>
            <a:fillRect/>
          </a:stretch>
        </p:blipFill>
        <p:spPr>
          <a:xfrm>
            <a:off x="0" y="729343"/>
            <a:ext cx="12192000" cy="3592285"/>
          </a:xfrm>
          <a:prstGeom prst="rect">
            <a:avLst/>
          </a:prstGeom>
        </p:spPr>
      </p:pic>
      <p:sp>
        <p:nvSpPr>
          <p:cNvPr id="2" name="Slide Number Placeholder 1">
            <a:extLst>
              <a:ext uri="{FF2B5EF4-FFF2-40B4-BE49-F238E27FC236}">
                <a16:creationId xmlns:a16="http://schemas.microsoft.com/office/drawing/2014/main" id="{9065E3B5-21F1-2FC3-4BCF-676CF0FB43F0}"/>
              </a:ext>
            </a:extLst>
          </p:cNvPr>
          <p:cNvSpPr>
            <a:spLocks noGrp="1"/>
          </p:cNvSpPr>
          <p:nvPr>
            <p:ph type="sldNum" sz="quarter" idx="12"/>
          </p:nvPr>
        </p:nvSpPr>
        <p:spPr/>
        <p:txBody>
          <a:bodyPr/>
          <a:lstStyle/>
          <a:p>
            <a:fld id="{CBABCCC1-BF11-4F37-963E-1BCD5B23FD72}" type="slidenum">
              <a:rPr lang="en-IN" smtClean="0"/>
              <a:pPr/>
              <a:t>29</a:t>
            </a:fld>
            <a:endParaRPr lang="en-IN"/>
          </a:p>
        </p:txBody>
      </p:sp>
    </p:spTree>
    <p:extLst>
      <p:ext uri="{BB962C8B-B14F-4D97-AF65-F5344CB8AC3E}">
        <p14:creationId xmlns:p14="http://schemas.microsoft.com/office/powerpoint/2010/main" val="3963516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AFD487-0D70-BEA3-417A-78F19B7BDE18}"/>
              </a:ext>
            </a:extLst>
          </p:cNvPr>
          <p:cNvSpPr>
            <a:spLocks noGrp="1"/>
          </p:cNvSpPr>
          <p:nvPr>
            <p:ph type="title"/>
          </p:nvPr>
        </p:nvSpPr>
        <p:spPr>
          <a:xfrm>
            <a:off x="1451578" y="342420"/>
            <a:ext cx="9603275" cy="1049235"/>
          </a:xfrm>
        </p:spPr>
        <p:txBody>
          <a:bodyPr/>
          <a:lstStyle/>
          <a:p>
            <a:pPr algn="ctr"/>
            <a:r>
              <a:rPr lang="en-IN" b="1" dirty="0">
                <a:solidFill>
                  <a:srgbClr val="FF0000"/>
                </a:solidFill>
              </a:rPr>
              <a:t>Policy-Based Access Control (PBAC)</a:t>
            </a:r>
            <a:br>
              <a:rPr lang="en-IN" b="1" dirty="0">
                <a:solidFill>
                  <a:srgbClr val="FF0000"/>
                </a:solidFill>
              </a:rPr>
            </a:br>
            <a:endParaRPr lang="en-IN" dirty="0">
              <a:solidFill>
                <a:srgbClr val="FF0000"/>
              </a:solidFill>
            </a:endParaRPr>
          </a:p>
        </p:txBody>
      </p:sp>
      <p:sp>
        <p:nvSpPr>
          <p:cNvPr id="4" name="Content Placeholder 3">
            <a:extLst>
              <a:ext uri="{FF2B5EF4-FFF2-40B4-BE49-F238E27FC236}">
                <a16:creationId xmlns:a16="http://schemas.microsoft.com/office/drawing/2014/main" id="{527E07C4-C6E4-3E98-9908-F54486299A4B}"/>
              </a:ext>
            </a:extLst>
          </p:cNvPr>
          <p:cNvSpPr>
            <a:spLocks noGrp="1"/>
          </p:cNvSpPr>
          <p:nvPr>
            <p:ph idx="1"/>
          </p:nvPr>
        </p:nvSpPr>
        <p:spPr>
          <a:xfrm>
            <a:off x="457200" y="1068674"/>
            <a:ext cx="11299371" cy="4820497"/>
          </a:xfrm>
        </p:spPr>
        <p:txBody>
          <a:bodyPr>
            <a:normAutofit/>
          </a:bodyPr>
          <a:lstStyle/>
          <a:p>
            <a:pPr algn="just"/>
            <a:r>
              <a:rPr lang="en-US" sz="2400" dirty="0"/>
              <a:t>PBAC is a dynamic access control model that leverages policies to manage identities, respective access, dynamic ownership, and more. </a:t>
            </a:r>
          </a:p>
          <a:p>
            <a:pPr algn="just"/>
            <a:r>
              <a:rPr lang="en-US" sz="2400" dirty="0"/>
              <a:t>These policies, formulated using a combination of attributes and logic, serve as the connecting thread between various access control models.</a:t>
            </a:r>
          </a:p>
          <a:p>
            <a:pPr algn="just"/>
            <a:r>
              <a:rPr lang="en-US" sz="2400" dirty="0"/>
              <a:t>PBAC allows your security model to seamlessly adjust to shifting business requirements and dynamic workforce. </a:t>
            </a:r>
          </a:p>
          <a:p>
            <a:pPr algn="just"/>
            <a:r>
              <a:rPr lang="en-US" sz="2400" dirty="0"/>
              <a:t>By integrating business terms and conditions into access decisions, PBAC offers a unique, effective, and adaptable approach to managing access in today's rapidly evolving business environments.</a:t>
            </a:r>
            <a:endParaRPr lang="en-IN" sz="2400" dirty="0"/>
          </a:p>
        </p:txBody>
      </p:sp>
      <p:sp>
        <p:nvSpPr>
          <p:cNvPr id="2" name="Slide Number Placeholder 1">
            <a:extLst>
              <a:ext uri="{FF2B5EF4-FFF2-40B4-BE49-F238E27FC236}">
                <a16:creationId xmlns:a16="http://schemas.microsoft.com/office/drawing/2014/main" id="{B702676E-616A-3A02-4BDD-7A852F729ADE}"/>
              </a:ext>
            </a:extLst>
          </p:cNvPr>
          <p:cNvSpPr>
            <a:spLocks noGrp="1"/>
          </p:cNvSpPr>
          <p:nvPr>
            <p:ph type="sldNum" sz="quarter" idx="12"/>
          </p:nvPr>
        </p:nvSpPr>
        <p:spPr/>
        <p:txBody>
          <a:bodyPr/>
          <a:lstStyle/>
          <a:p>
            <a:fld id="{CBABCCC1-BF11-4F37-963E-1BCD5B23FD72}" type="slidenum">
              <a:rPr lang="en-IN" smtClean="0"/>
              <a:pPr/>
              <a:t>30</a:t>
            </a:fld>
            <a:endParaRPr lang="en-IN"/>
          </a:p>
        </p:txBody>
      </p:sp>
    </p:spTree>
    <p:extLst>
      <p:ext uri="{BB962C8B-B14F-4D97-AF65-F5344CB8AC3E}">
        <p14:creationId xmlns:p14="http://schemas.microsoft.com/office/powerpoint/2010/main" val="3919748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1E1F3-8A0B-EA63-D6E7-97043EEC56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958824-B092-548D-FF06-3A06896B264F}"/>
              </a:ext>
            </a:extLst>
          </p:cNvPr>
          <p:cNvSpPr>
            <a:spLocks noGrp="1"/>
          </p:cNvSpPr>
          <p:nvPr>
            <p:ph type="title"/>
          </p:nvPr>
        </p:nvSpPr>
        <p:spPr>
          <a:xfrm>
            <a:off x="1451578" y="342420"/>
            <a:ext cx="9603275" cy="1049235"/>
          </a:xfrm>
        </p:spPr>
        <p:txBody>
          <a:bodyPr/>
          <a:lstStyle/>
          <a:p>
            <a:pPr algn="ctr"/>
            <a:r>
              <a:rPr lang="en-IN" b="1" dirty="0">
                <a:solidFill>
                  <a:srgbClr val="FF0000"/>
                </a:solidFill>
              </a:rPr>
              <a:t>Policy-Based Access Control (PBAC)</a:t>
            </a:r>
            <a:br>
              <a:rPr lang="en-IN" b="1" dirty="0">
                <a:solidFill>
                  <a:srgbClr val="FF0000"/>
                </a:solidFill>
              </a:rPr>
            </a:br>
            <a:endParaRPr lang="en-IN" dirty="0">
              <a:solidFill>
                <a:srgbClr val="FF0000"/>
              </a:solidFill>
            </a:endParaRPr>
          </a:p>
        </p:txBody>
      </p:sp>
      <p:sp>
        <p:nvSpPr>
          <p:cNvPr id="4" name="Content Placeholder 3">
            <a:extLst>
              <a:ext uri="{FF2B5EF4-FFF2-40B4-BE49-F238E27FC236}">
                <a16:creationId xmlns:a16="http://schemas.microsoft.com/office/drawing/2014/main" id="{9D127843-227E-4B30-4CE7-D1C4543510EE}"/>
              </a:ext>
            </a:extLst>
          </p:cNvPr>
          <p:cNvSpPr>
            <a:spLocks noGrp="1"/>
          </p:cNvSpPr>
          <p:nvPr>
            <p:ph idx="1"/>
          </p:nvPr>
        </p:nvSpPr>
        <p:spPr>
          <a:xfrm>
            <a:off x="457200" y="1068674"/>
            <a:ext cx="11299371" cy="4820497"/>
          </a:xfrm>
        </p:spPr>
        <p:txBody>
          <a:bodyPr>
            <a:normAutofit/>
          </a:bodyPr>
          <a:lstStyle/>
          <a:p>
            <a:pPr algn="just"/>
            <a:r>
              <a:rPr lang="en-US" sz="2800" dirty="0"/>
              <a:t>The true power of PBAC lies in its ability to automate IAM and IGA processes while enforcing compliance. </a:t>
            </a:r>
          </a:p>
          <a:p>
            <a:pPr algn="just"/>
            <a:r>
              <a:rPr lang="en-US" sz="2800" dirty="0"/>
              <a:t>Traditionally, the IT teams battle with Service Level Agreements (SLAs), audit findings, and often time-consuming manual processes to actively manage identities and access across the organization. </a:t>
            </a:r>
          </a:p>
          <a:p>
            <a:pPr algn="just"/>
            <a:r>
              <a:rPr lang="en-US" sz="2800" dirty="0"/>
              <a:t>While workflow helps offload some of the burdens, the advent of PBAC allows for many of these processes to be automated, reducing the workload and reducing need for access request.</a:t>
            </a:r>
            <a:endParaRPr lang="en-IN" sz="2800" dirty="0"/>
          </a:p>
        </p:txBody>
      </p:sp>
      <p:sp>
        <p:nvSpPr>
          <p:cNvPr id="2" name="Slide Number Placeholder 1">
            <a:extLst>
              <a:ext uri="{FF2B5EF4-FFF2-40B4-BE49-F238E27FC236}">
                <a16:creationId xmlns:a16="http://schemas.microsoft.com/office/drawing/2014/main" id="{F0810466-126D-BDBD-60FA-02011F3BB0F5}"/>
              </a:ext>
            </a:extLst>
          </p:cNvPr>
          <p:cNvSpPr>
            <a:spLocks noGrp="1"/>
          </p:cNvSpPr>
          <p:nvPr>
            <p:ph type="sldNum" sz="quarter" idx="12"/>
          </p:nvPr>
        </p:nvSpPr>
        <p:spPr/>
        <p:txBody>
          <a:bodyPr/>
          <a:lstStyle/>
          <a:p>
            <a:fld id="{CBABCCC1-BF11-4F37-963E-1BCD5B23FD72}" type="slidenum">
              <a:rPr lang="en-IN" smtClean="0"/>
              <a:pPr/>
              <a:t>31</a:t>
            </a:fld>
            <a:endParaRPr lang="en-IN"/>
          </a:p>
        </p:txBody>
      </p:sp>
    </p:spTree>
    <p:extLst>
      <p:ext uri="{BB962C8B-B14F-4D97-AF65-F5344CB8AC3E}">
        <p14:creationId xmlns:p14="http://schemas.microsoft.com/office/powerpoint/2010/main" val="1823061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0847A7-2782-D629-0C70-181A8164C460}"/>
              </a:ext>
            </a:extLst>
          </p:cNvPr>
          <p:cNvSpPr>
            <a:spLocks noGrp="1"/>
          </p:cNvSpPr>
          <p:nvPr>
            <p:ph type="title"/>
          </p:nvPr>
        </p:nvSpPr>
        <p:spPr>
          <a:xfrm>
            <a:off x="1418922" y="412633"/>
            <a:ext cx="9603275" cy="1049235"/>
          </a:xfrm>
        </p:spPr>
        <p:txBody>
          <a:bodyPr/>
          <a:lstStyle/>
          <a:p>
            <a:pPr algn="ctr"/>
            <a:r>
              <a:rPr lang="en-US" b="1" dirty="0" err="1">
                <a:solidFill>
                  <a:srgbClr val="FF0000"/>
                </a:solidFill>
              </a:rPr>
              <a:t>Pbac</a:t>
            </a:r>
            <a:r>
              <a:rPr lang="en-US" b="1" dirty="0">
                <a:solidFill>
                  <a:srgbClr val="FF0000"/>
                </a:solidFill>
              </a:rPr>
              <a:t> vs </a:t>
            </a:r>
            <a:r>
              <a:rPr lang="en-US" b="1" dirty="0" err="1">
                <a:solidFill>
                  <a:srgbClr val="FF0000"/>
                </a:solidFill>
              </a:rPr>
              <a:t>abac</a:t>
            </a:r>
            <a:endParaRPr lang="en-IN" b="1" dirty="0">
              <a:solidFill>
                <a:srgbClr val="FF0000"/>
              </a:solidFill>
            </a:endParaRPr>
          </a:p>
        </p:txBody>
      </p:sp>
      <p:sp>
        <p:nvSpPr>
          <p:cNvPr id="2" name="Slide Number Placeholder 1">
            <a:extLst>
              <a:ext uri="{FF2B5EF4-FFF2-40B4-BE49-F238E27FC236}">
                <a16:creationId xmlns:a16="http://schemas.microsoft.com/office/drawing/2014/main" id="{AC9D5C3A-85A2-7CEB-5BB9-227B215FDB6B}"/>
              </a:ext>
            </a:extLst>
          </p:cNvPr>
          <p:cNvSpPr>
            <a:spLocks noGrp="1"/>
          </p:cNvSpPr>
          <p:nvPr>
            <p:ph type="sldNum" sz="quarter" idx="12"/>
          </p:nvPr>
        </p:nvSpPr>
        <p:spPr/>
        <p:txBody>
          <a:bodyPr/>
          <a:lstStyle/>
          <a:p>
            <a:fld id="{CBABCCC1-BF11-4F37-963E-1BCD5B23FD72}" type="slidenum">
              <a:rPr lang="en-IN" smtClean="0"/>
              <a:pPr/>
              <a:t>32</a:t>
            </a:fld>
            <a:endParaRPr lang="en-IN"/>
          </a:p>
        </p:txBody>
      </p:sp>
      <p:pic>
        <p:nvPicPr>
          <p:cNvPr id="1026" name="Picture 2" descr="PBAC vs ABAC access control models">
            <a:extLst>
              <a:ext uri="{FF2B5EF4-FFF2-40B4-BE49-F238E27FC236}">
                <a16:creationId xmlns:a16="http://schemas.microsoft.com/office/drawing/2014/main" id="{D71F3F31-F260-90BF-4555-AE090768F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16263"/>
            <a:ext cx="12205606" cy="2425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086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FC8144-0397-9DF0-F60A-A4AE579F7BBC}"/>
              </a:ext>
            </a:extLst>
          </p:cNvPr>
          <p:cNvSpPr>
            <a:spLocks noGrp="1"/>
          </p:cNvSpPr>
          <p:nvPr>
            <p:ph type="sldNum" sz="quarter" idx="12"/>
          </p:nvPr>
        </p:nvSpPr>
        <p:spPr/>
        <p:txBody>
          <a:bodyPr/>
          <a:lstStyle/>
          <a:p>
            <a:fld id="{CBABCCC1-BF11-4F37-963E-1BCD5B23FD72}" type="slidenum">
              <a:rPr lang="en-IN" smtClean="0"/>
              <a:pPr/>
              <a:t>33</a:t>
            </a:fld>
            <a:endParaRPr lang="en-IN"/>
          </a:p>
        </p:txBody>
      </p:sp>
      <p:pic>
        <p:nvPicPr>
          <p:cNvPr id="4" name="Picture 3">
            <a:extLst>
              <a:ext uri="{FF2B5EF4-FFF2-40B4-BE49-F238E27FC236}">
                <a16:creationId xmlns:a16="http://schemas.microsoft.com/office/drawing/2014/main" id="{20CA99CE-7955-4306-088E-C04FF7BF149F}"/>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9860906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F3F683-DCB0-B2DF-7370-E1523FC9772A}"/>
              </a:ext>
            </a:extLst>
          </p:cNvPr>
          <p:cNvSpPr>
            <a:spLocks noGrp="1"/>
          </p:cNvSpPr>
          <p:nvPr>
            <p:ph type="title"/>
          </p:nvPr>
        </p:nvSpPr>
        <p:spPr>
          <a:xfrm>
            <a:off x="1451579" y="342420"/>
            <a:ext cx="9603275" cy="1049235"/>
          </a:xfrm>
        </p:spPr>
        <p:txBody>
          <a:bodyPr/>
          <a:lstStyle/>
          <a:p>
            <a:pPr algn="ctr"/>
            <a:r>
              <a:rPr lang="en-IN" b="1" dirty="0">
                <a:solidFill>
                  <a:srgbClr val="FF0000"/>
                </a:solidFill>
              </a:rPr>
              <a:t>Trust, Reputation &amp; Risk - </a:t>
            </a:r>
            <a:r>
              <a:rPr lang="en-IN" b="1" dirty="0" err="1">
                <a:solidFill>
                  <a:srgbClr val="FF0000"/>
                </a:solidFill>
              </a:rPr>
              <a:t>iam</a:t>
            </a:r>
            <a:endParaRPr lang="en-IN" dirty="0">
              <a:solidFill>
                <a:srgbClr val="FF0000"/>
              </a:solidFill>
            </a:endParaRPr>
          </a:p>
        </p:txBody>
      </p:sp>
      <p:sp>
        <p:nvSpPr>
          <p:cNvPr id="4" name="Content Placeholder 3">
            <a:extLst>
              <a:ext uri="{FF2B5EF4-FFF2-40B4-BE49-F238E27FC236}">
                <a16:creationId xmlns:a16="http://schemas.microsoft.com/office/drawing/2014/main" id="{14794B88-7F94-FED6-06A5-680EFA0664D7}"/>
              </a:ext>
            </a:extLst>
          </p:cNvPr>
          <p:cNvSpPr>
            <a:spLocks noGrp="1"/>
          </p:cNvSpPr>
          <p:nvPr>
            <p:ph idx="1"/>
          </p:nvPr>
        </p:nvSpPr>
        <p:spPr>
          <a:xfrm>
            <a:off x="609600" y="1046903"/>
            <a:ext cx="10885714" cy="5016440"/>
          </a:xfrm>
        </p:spPr>
        <p:txBody>
          <a:bodyPr>
            <a:normAutofit/>
          </a:bodyPr>
          <a:lstStyle/>
          <a:p>
            <a:pPr algn="just"/>
            <a:r>
              <a:rPr lang="en-US" sz="2800" dirty="0"/>
              <a:t>Identity and Access Management (IAM) is no longer just a security tool; it is the cornerstone of </a:t>
            </a:r>
            <a:r>
              <a:rPr lang="en-US" sz="2800" b="1" dirty="0"/>
              <a:t>Trust</a:t>
            </a:r>
            <a:r>
              <a:rPr lang="en-US" sz="2800" dirty="0"/>
              <a:t>, </a:t>
            </a:r>
            <a:r>
              <a:rPr lang="en-US" sz="2800" b="1" dirty="0"/>
              <a:t>Reputation</a:t>
            </a:r>
            <a:r>
              <a:rPr lang="en-US" sz="2800" dirty="0"/>
              <a:t>, and </a:t>
            </a:r>
            <a:r>
              <a:rPr lang="en-US" sz="2800" b="1" dirty="0"/>
              <a:t>Risk</a:t>
            </a:r>
            <a:r>
              <a:rPr lang="en-US" sz="2800" dirty="0"/>
              <a:t> management in the digital age. </a:t>
            </a:r>
          </a:p>
          <a:p>
            <a:pPr algn="just"/>
            <a:r>
              <a:rPr lang="en-US" sz="2800" dirty="0"/>
              <a:t>By implementing "never trust, always verify" principles (Zero Trust), IAM ensures that only authorized, verified users and devices can access specific resources, thereby mitigating risks of data breaches, insider threats, and regulatory non-compliance. </a:t>
            </a:r>
            <a:endParaRPr lang="en-IN" sz="2800" dirty="0"/>
          </a:p>
        </p:txBody>
      </p:sp>
      <p:sp>
        <p:nvSpPr>
          <p:cNvPr id="2" name="Slide Number Placeholder 1">
            <a:extLst>
              <a:ext uri="{FF2B5EF4-FFF2-40B4-BE49-F238E27FC236}">
                <a16:creationId xmlns:a16="http://schemas.microsoft.com/office/drawing/2014/main" id="{5E9B3CDB-B34D-89AF-91D5-8956CAC3C13C}"/>
              </a:ext>
            </a:extLst>
          </p:cNvPr>
          <p:cNvSpPr>
            <a:spLocks noGrp="1"/>
          </p:cNvSpPr>
          <p:nvPr>
            <p:ph type="sldNum" sz="quarter" idx="12"/>
          </p:nvPr>
        </p:nvSpPr>
        <p:spPr/>
        <p:txBody>
          <a:bodyPr/>
          <a:lstStyle/>
          <a:p>
            <a:fld id="{CBABCCC1-BF11-4F37-963E-1BCD5B23FD72}" type="slidenum">
              <a:rPr lang="en-IN" smtClean="0"/>
              <a:pPr/>
              <a:t>34</a:t>
            </a:fld>
            <a:endParaRPr lang="en-IN"/>
          </a:p>
        </p:txBody>
      </p:sp>
    </p:spTree>
    <p:extLst>
      <p:ext uri="{BB962C8B-B14F-4D97-AF65-F5344CB8AC3E}">
        <p14:creationId xmlns:p14="http://schemas.microsoft.com/office/powerpoint/2010/main" val="2586460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4F8C4-E1A0-CFFD-0D11-5FD44C305A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EA44D6-6DC9-973F-C41C-0924952E9F74}"/>
              </a:ext>
            </a:extLst>
          </p:cNvPr>
          <p:cNvSpPr>
            <a:spLocks noGrp="1"/>
          </p:cNvSpPr>
          <p:nvPr>
            <p:ph type="title"/>
          </p:nvPr>
        </p:nvSpPr>
        <p:spPr>
          <a:xfrm>
            <a:off x="1451579" y="342420"/>
            <a:ext cx="9603275" cy="1049235"/>
          </a:xfrm>
        </p:spPr>
        <p:txBody>
          <a:bodyPr/>
          <a:lstStyle/>
          <a:p>
            <a:pPr algn="ctr"/>
            <a:r>
              <a:rPr lang="en-IN" b="1" dirty="0">
                <a:solidFill>
                  <a:srgbClr val="FF0000"/>
                </a:solidFill>
              </a:rPr>
              <a:t>Trust, Reputation &amp; Risk - </a:t>
            </a:r>
            <a:r>
              <a:rPr lang="en-IN" b="1" dirty="0" err="1">
                <a:solidFill>
                  <a:srgbClr val="FF0000"/>
                </a:solidFill>
              </a:rPr>
              <a:t>iam</a:t>
            </a:r>
            <a:endParaRPr lang="en-IN" dirty="0">
              <a:solidFill>
                <a:srgbClr val="FF0000"/>
              </a:solidFill>
            </a:endParaRPr>
          </a:p>
        </p:txBody>
      </p:sp>
      <p:sp>
        <p:nvSpPr>
          <p:cNvPr id="4" name="Content Placeholder 3">
            <a:extLst>
              <a:ext uri="{FF2B5EF4-FFF2-40B4-BE49-F238E27FC236}">
                <a16:creationId xmlns:a16="http://schemas.microsoft.com/office/drawing/2014/main" id="{2397B2AE-F03B-2DFF-B13F-AC8D5A68B0A8}"/>
              </a:ext>
            </a:extLst>
          </p:cNvPr>
          <p:cNvSpPr>
            <a:spLocks noGrp="1"/>
          </p:cNvSpPr>
          <p:nvPr>
            <p:ph idx="1"/>
          </p:nvPr>
        </p:nvSpPr>
        <p:spPr>
          <a:xfrm>
            <a:off x="609600" y="1046903"/>
            <a:ext cx="10885714" cy="5016440"/>
          </a:xfrm>
        </p:spPr>
        <p:txBody>
          <a:bodyPr>
            <a:normAutofit/>
          </a:bodyPr>
          <a:lstStyle/>
          <a:p>
            <a:pPr algn="just"/>
            <a:r>
              <a:rPr lang="en-US" sz="2400" b="1" dirty="0">
                <a:solidFill>
                  <a:srgbClr val="FF0000"/>
                </a:solidFill>
              </a:rPr>
              <a:t>Key Aspects of Trust, Reputation, and Risk in IAM:</a:t>
            </a:r>
          </a:p>
          <a:p>
            <a:pPr algn="just"/>
            <a:r>
              <a:rPr lang="en-US" sz="2400" b="1" dirty="0"/>
              <a:t>Trust (Zero Trust Model):</a:t>
            </a:r>
            <a:r>
              <a:rPr lang="en-US" sz="2400" dirty="0"/>
              <a:t> Modern IAM operates on a Zero Trust architecture, which removes implicit trust from the network, requiring continuous authentication and authorization for every access request. This includes verifying user identity, device health, and context (e.g., location).</a:t>
            </a:r>
          </a:p>
          <a:p>
            <a:pPr algn="just"/>
            <a:r>
              <a:rPr lang="en-US" sz="2400" b="1" dirty="0"/>
              <a:t>Reputation Management:</a:t>
            </a:r>
            <a:r>
              <a:rPr lang="en-US" sz="2400" dirty="0"/>
              <a:t> A security incident can severely damage an organization's reputation and break customer trust. Robust IAM strengthens security, reducing the likelihood of breaches that lead to public distrust. It also ensures compliance with regulatory requirements (like GDPR or HIPAA), which protects the brand.</a:t>
            </a:r>
          </a:p>
          <a:p>
            <a:pPr algn="just"/>
            <a:endParaRPr lang="en-IN" sz="3200" dirty="0">
              <a:solidFill>
                <a:srgbClr val="FF0000"/>
              </a:solidFill>
            </a:endParaRPr>
          </a:p>
        </p:txBody>
      </p:sp>
      <p:sp>
        <p:nvSpPr>
          <p:cNvPr id="2" name="Slide Number Placeholder 1">
            <a:extLst>
              <a:ext uri="{FF2B5EF4-FFF2-40B4-BE49-F238E27FC236}">
                <a16:creationId xmlns:a16="http://schemas.microsoft.com/office/drawing/2014/main" id="{DD456020-8390-F63E-79DD-7FD27208F98C}"/>
              </a:ext>
            </a:extLst>
          </p:cNvPr>
          <p:cNvSpPr>
            <a:spLocks noGrp="1"/>
          </p:cNvSpPr>
          <p:nvPr>
            <p:ph type="sldNum" sz="quarter" idx="12"/>
          </p:nvPr>
        </p:nvSpPr>
        <p:spPr/>
        <p:txBody>
          <a:bodyPr/>
          <a:lstStyle/>
          <a:p>
            <a:fld id="{CBABCCC1-BF11-4F37-963E-1BCD5B23FD72}" type="slidenum">
              <a:rPr lang="en-IN" smtClean="0"/>
              <a:pPr/>
              <a:t>35</a:t>
            </a:fld>
            <a:endParaRPr lang="en-IN"/>
          </a:p>
        </p:txBody>
      </p:sp>
    </p:spTree>
    <p:extLst>
      <p:ext uri="{BB962C8B-B14F-4D97-AF65-F5344CB8AC3E}">
        <p14:creationId xmlns:p14="http://schemas.microsoft.com/office/powerpoint/2010/main" val="484628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B3F3-BC99-B299-DE90-33FD343A91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7CC8C0-DCF5-006C-A8EB-814D71E4E164}"/>
              </a:ext>
            </a:extLst>
          </p:cNvPr>
          <p:cNvSpPr>
            <a:spLocks noGrp="1"/>
          </p:cNvSpPr>
          <p:nvPr>
            <p:ph type="title"/>
          </p:nvPr>
        </p:nvSpPr>
        <p:spPr>
          <a:xfrm>
            <a:off x="1451579" y="342420"/>
            <a:ext cx="9603275" cy="1049235"/>
          </a:xfrm>
        </p:spPr>
        <p:txBody>
          <a:bodyPr/>
          <a:lstStyle/>
          <a:p>
            <a:pPr algn="ctr"/>
            <a:r>
              <a:rPr lang="en-IN" b="1" dirty="0">
                <a:solidFill>
                  <a:srgbClr val="FF0000"/>
                </a:solidFill>
              </a:rPr>
              <a:t>Trust, Reputation &amp; Risk - </a:t>
            </a:r>
            <a:r>
              <a:rPr lang="en-IN" b="1" dirty="0" err="1">
                <a:solidFill>
                  <a:srgbClr val="FF0000"/>
                </a:solidFill>
              </a:rPr>
              <a:t>iam</a:t>
            </a:r>
            <a:endParaRPr lang="en-IN" dirty="0">
              <a:solidFill>
                <a:srgbClr val="FF0000"/>
              </a:solidFill>
            </a:endParaRPr>
          </a:p>
        </p:txBody>
      </p:sp>
      <p:sp>
        <p:nvSpPr>
          <p:cNvPr id="4" name="Content Placeholder 3">
            <a:extLst>
              <a:ext uri="{FF2B5EF4-FFF2-40B4-BE49-F238E27FC236}">
                <a16:creationId xmlns:a16="http://schemas.microsoft.com/office/drawing/2014/main" id="{DAC6FE85-22C6-F1B7-A9BC-756FAC745259}"/>
              </a:ext>
            </a:extLst>
          </p:cNvPr>
          <p:cNvSpPr>
            <a:spLocks noGrp="1"/>
          </p:cNvSpPr>
          <p:nvPr>
            <p:ph idx="1"/>
          </p:nvPr>
        </p:nvSpPr>
        <p:spPr>
          <a:xfrm>
            <a:off x="609600" y="903514"/>
            <a:ext cx="11190514" cy="5159829"/>
          </a:xfrm>
        </p:spPr>
        <p:txBody>
          <a:bodyPr>
            <a:normAutofit fontScale="92500"/>
          </a:bodyPr>
          <a:lstStyle/>
          <a:p>
            <a:pPr algn="just"/>
            <a:r>
              <a:rPr lang="en-US" sz="2400" b="1" dirty="0">
                <a:solidFill>
                  <a:srgbClr val="FF0000"/>
                </a:solidFill>
              </a:rPr>
              <a:t>Key Aspects of Trust, Reputation, and Risk in IAM:</a:t>
            </a:r>
          </a:p>
          <a:p>
            <a:pPr algn="just"/>
            <a:r>
              <a:rPr lang="en-US" sz="2400" b="1" dirty="0"/>
              <a:t>Risk Mitigation:</a:t>
            </a:r>
            <a:endParaRPr lang="en-US" sz="2400" dirty="0"/>
          </a:p>
          <a:p>
            <a:pPr lvl="1" algn="just"/>
            <a:r>
              <a:rPr lang="en-US" sz="2400" b="1" dirty="0"/>
              <a:t>Insider Threats:</a:t>
            </a:r>
            <a:r>
              <a:rPr lang="en-US" sz="2400" dirty="0"/>
              <a:t> IAM reduces risks from authorized users by implementing least-privilege access, ensuring users only have the access necessary for their roles.</a:t>
            </a:r>
          </a:p>
          <a:p>
            <a:pPr lvl="1" algn="just"/>
            <a:r>
              <a:rPr lang="en-US" sz="2400" b="1" dirty="0"/>
              <a:t>External Attacks:</a:t>
            </a:r>
            <a:r>
              <a:rPr lang="en-US" sz="2400" dirty="0"/>
              <a:t> By using multi-factor authentication (MFA) and granular access controls, IAM prevents unauthorized access from external threats.</a:t>
            </a:r>
          </a:p>
          <a:p>
            <a:pPr lvl="1" algn="just"/>
            <a:r>
              <a:rPr lang="en-US" sz="2400" b="1" dirty="0"/>
              <a:t>Operational Risk:</a:t>
            </a:r>
            <a:r>
              <a:rPr lang="en-US" sz="2400" dirty="0"/>
              <a:t> Automated user lifecycle management (provisioning and deprovisioning) prevents "orphaned accounts" and "privilege creep," which are common security gaps.</a:t>
            </a:r>
          </a:p>
          <a:p>
            <a:pPr algn="just"/>
            <a:r>
              <a:rPr lang="en-US" sz="2400" b="1" dirty="0"/>
              <a:t>Components for Success:</a:t>
            </a:r>
            <a:r>
              <a:rPr lang="en-US" sz="2400" dirty="0"/>
              <a:t> Effective IAM includes user authentication (confirming who they are), authorization (what they can access), and auditing/monitoring (tracking activity). </a:t>
            </a:r>
          </a:p>
          <a:p>
            <a:pPr algn="just"/>
            <a:endParaRPr lang="en-IN" sz="3200" dirty="0">
              <a:solidFill>
                <a:srgbClr val="FF0000"/>
              </a:solidFill>
            </a:endParaRPr>
          </a:p>
        </p:txBody>
      </p:sp>
      <p:sp>
        <p:nvSpPr>
          <p:cNvPr id="2" name="Slide Number Placeholder 1">
            <a:extLst>
              <a:ext uri="{FF2B5EF4-FFF2-40B4-BE49-F238E27FC236}">
                <a16:creationId xmlns:a16="http://schemas.microsoft.com/office/drawing/2014/main" id="{16B79CFB-9486-CDF8-0470-8D96CD11E60C}"/>
              </a:ext>
            </a:extLst>
          </p:cNvPr>
          <p:cNvSpPr>
            <a:spLocks noGrp="1"/>
          </p:cNvSpPr>
          <p:nvPr>
            <p:ph type="sldNum" sz="quarter" idx="12"/>
          </p:nvPr>
        </p:nvSpPr>
        <p:spPr/>
        <p:txBody>
          <a:bodyPr/>
          <a:lstStyle/>
          <a:p>
            <a:fld id="{CBABCCC1-BF11-4F37-963E-1BCD5B23FD72}" type="slidenum">
              <a:rPr lang="en-IN" smtClean="0"/>
              <a:pPr/>
              <a:t>36</a:t>
            </a:fld>
            <a:endParaRPr lang="en-IN"/>
          </a:p>
        </p:txBody>
      </p:sp>
    </p:spTree>
    <p:extLst>
      <p:ext uri="{BB962C8B-B14F-4D97-AF65-F5344CB8AC3E}">
        <p14:creationId xmlns:p14="http://schemas.microsoft.com/office/powerpoint/2010/main" val="37871846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37</a:t>
            </a:fld>
            <a:endParaRPr lang="en-IN"/>
          </a:p>
        </p:txBody>
      </p:sp>
      <p:sp>
        <p:nvSpPr>
          <p:cNvPr id="5" name="Rounded Rectangle 4">
            <a:extLst>
              <a:ext uri="{FF2B5EF4-FFF2-40B4-BE49-F238E27FC236}">
                <a16:creationId xmlns:a16="http://schemas.microsoft.com/office/drawing/2014/main" id="{E792BE84-3448-2348-B352-CD5BC083E5FD}"/>
              </a:ext>
            </a:extLst>
          </p:cNvPr>
          <p:cNvSpPr/>
          <p:nvPr/>
        </p:nvSpPr>
        <p:spPr>
          <a:xfrm>
            <a:off x="1329688" y="906488"/>
            <a:ext cx="9963152" cy="4390878"/>
          </a:xfrm>
          <a:prstGeom prst="roundRect">
            <a:avLst/>
          </a:prstGeom>
          <a:solidFill>
            <a:srgbClr val="CD8D0D"/>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6600" b="1" dirty="0">
                <a:solidFill>
                  <a:schemeClr val="tx1"/>
                </a:solidFill>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solidFill>
                <a:schemeClr val="tx1"/>
              </a:solidFill>
              <a:latin typeface="Poppins" pitchFamily="2" charset="77"/>
              <a:cs typeface="Poppins" pitchFamily="2" charset="77"/>
            </a:endParaRPr>
          </a:p>
          <a:p>
            <a:pPr algn="ctr"/>
            <a:r>
              <a:rPr lang="en-US" sz="3200" b="1" dirty="0">
                <a:solidFill>
                  <a:schemeClr val="tx1"/>
                </a:solidFill>
                <a:latin typeface="Poppins" pitchFamily="2" charset="77"/>
                <a:cs typeface="Poppins" pitchFamily="2" charset="77"/>
              </a:rPr>
              <a:t>Team – CLOUD INFRASTRUCTURE SERVICES</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031208" y="2560321"/>
            <a:ext cx="3235570" cy="1083212"/>
          </a:xfrm>
          <a:prstGeom prst="rect">
            <a:avLst/>
          </a:prstGeom>
          <a:noFill/>
        </p:spPr>
      </p:pic>
    </p:spTree>
    <p:extLst>
      <p:ext uri="{BB962C8B-B14F-4D97-AF65-F5344CB8AC3E}">
        <p14:creationId xmlns:p14="http://schemas.microsoft.com/office/powerpoint/2010/main" val="373584430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OS-CO1_S3</Template>
  <TotalTime>7825</TotalTime>
  <Words>2914</Words>
  <Application>Microsoft Office PowerPoint</Application>
  <PresentationFormat>Widescreen</PresentationFormat>
  <Paragraphs>186</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Gill Sans MT</vt:lpstr>
      <vt:lpstr>Poppins</vt:lpstr>
      <vt:lpstr>Gallery</vt:lpstr>
      <vt:lpstr>COURSE NAME   :  CLOUD INFRASTRUCTURE SERVICES COURSE CODE   :  24cs2204,A </vt:lpstr>
      <vt:lpstr>Identity and Access Management</vt:lpstr>
      <vt:lpstr>PowerPoint Presentation</vt:lpstr>
      <vt:lpstr>Architecture of Identity Access Management </vt:lpstr>
      <vt:lpstr>Architecture of Identity Access Management</vt:lpstr>
      <vt:lpstr>Architecture of Identity Access Management</vt:lpstr>
      <vt:lpstr>PowerPoint Presentation</vt:lpstr>
      <vt:lpstr>PowerPoint Presentation</vt:lpstr>
      <vt:lpstr>Key Components of IAM Architecture </vt:lpstr>
      <vt:lpstr>Key Components of IAM Architecture </vt:lpstr>
      <vt:lpstr>Key Components of IAM Architecture </vt:lpstr>
      <vt:lpstr>Key Components of IAM Architecture </vt:lpstr>
      <vt:lpstr>Core Components of AWS IAM </vt:lpstr>
      <vt:lpstr>Core Components of AWS IAM </vt:lpstr>
      <vt:lpstr>PowerPoint Presentation</vt:lpstr>
      <vt:lpstr>Types of Permissions in IAM </vt:lpstr>
      <vt:lpstr>PowerPoint Presentation</vt:lpstr>
      <vt:lpstr>PowerPoint Presentation</vt:lpstr>
      <vt:lpstr>PowerPoint Presentation</vt:lpstr>
      <vt:lpstr>ACCESS CONTROL – RBAC</vt:lpstr>
      <vt:lpstr>ACCESS CONTROL – RBAC</vt:lpstr>
      <vt:lpstr>different levels OF RBAC</vt:lpstr>
      <vt:lpstr>Benefits of RBAC</vt:lpstr>
      <vt:lpstr>PowerPoint Presentation</vt:lpstr>
      <vt:lpstr>ACCESS CONTROL – ABAC</vt:lpstr>
      <vt:lpstr>ACCESS CONTROL – ABAC</vt:lpstr>
      <vt:lpstr>ACCESS CONTROL – ABAC</vt:lpstr>
      <vt:lpstr>PowerPoint Presentation</vt:lpstr>
      <vt:lpstr>PowerPoint Presentation</vt:lpstr>
      <vt:lpstr>Policy-Based Access Control (PBAC) </vt:lpstr>
      <vt:lpstr>Policy-Based Access Control (PBAC) </vt:lpstr>
      <vt:lpstr>Pbac vs abac</vt:lpstr>
      <vt:lpstr>PowerPoint Presentation</vt:lpstr>
      <vt:lpstr>Trust, Reputation &amp; Risk - iam</vt:lpstr>
      <vt:lpstr>Trust, Reputation &amp; Risk - iam</vt:lpstr>
      <vt:lpstr>Trust, Reputation &amp; Risk - iam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 Operating Systems  COURSE CODE: 21CS2109RA</dc:title>
  <dc:creator>S N V J Devi Kosuru</dc:creator>
  <cp:lastModifiedBy>Dr KEERTHI SAMHITHA B</cp:lastModifiedBy>
  <cp:revision>278</cp:revision>
  <dcterms:created xsi:type="dcterms:W3CDTF">2023-05-09T04:20:46Z</dcterms:created>
  <dcterms:modified xsi:type="dcterms:W3CDTF">2026-02-18T01:07:50Z</dcterms:modified>
</cp:coreProperties>
</file>